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92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sldIdLst>
    <p:sldId id="256" r:id="rId5"/>
    <p:sldId id="2147480900" r:id="rId6"/>
    <p:sldId id="5809" r:id="rId7"/>
    <p:sldId id="2147480646" r:id="rId8"/>
    <p:sldId id="291" r:id="rId9"/>
    <p:sldId id="5812" r:id="rId10"/>
    <p:sldId id="265" r:id="rId11"/>
    <p:sldId id="2147309872" r:id="rId12"/>
    <p:sldId id="2147480647" r:id="rId13"/>
    <p:sldId id="269" r:id="rId14"/>
    <p:sldId id="2147480898" r:id="rId15"/>
    <p:sldId id="5820" r:id="rId16"/>
    <p:sldId id="280" r:id="rId17"/>
    <p:sldId id="2147309871" r:id="rId18"/>
    <p:sldId id="2147309869" r:id="rId19"/>
    <p:sldId id="284" r:id="rId20"/>
    <p:sldId id="2147309870" r:id="rId21"/>
    <p:sldId id="286" r:id="rId22"/>
    <p:sldId id="2147480899" r:id="rId23"/>
    <p:sldId id="289" r:id="rId24"/>
    <p:sldId id="5779" r:id="rId25"/>
    <p:sldId id="2147476431" r:id="rId26"/>
    <p:sldId id="2147476432" r:id="rId27"/>
    <p:sldId id="2147476433" r:id="rId28"/>
    <p:sldId id="278" r:id="rId2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710D6-5D07-5C06-0F95-0FCB2FAF14AF}" name="Aileigh Karson" initials="AK" userId="S::akarson@hotelassociation.ca::26f1c80a-e897-4d3e-b8d2-c1984a9a4d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9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FFD5BF-C948-4E5D-85D9-AFCEC0AE83A7}" v="32" dt="2026-04-21T12:55:21.3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6928" autoAdjust="0"/>
  </p:normalViewPr>
  <p:slideViewPr>
    <p:cSldViewPr snapToGrid="0">
      <p:cViewPr varScale="1">
        <p:scale>
          <a:sx n="50" d="100"/>
          <a:sy n="50" d="100"/>
        </p:scale>
        <p:origin x="662" y="58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Stacey-Holmes" userId="3d8b62ab-7eed-4bee-8a7a-28aafc070ccc" providerId="ADAL" clId="{45411AC2-F69E-400E-9A3B-4A86330C9206}"/>
    <pc:docChg chg="undo custSel mod addSld delSld modSld sldOrd">
      <pc:chgData name="Tyler Stacey-Holmes" userId="3d8b62ab-7eed-4bee-8a7a-28aafc070ccc" providerId="ADAL" clId="{45411AC2-F69E-400E-9A3B-4A86330C9206}" dt="2026-07-15T19:21:14.332" v="1764" actId="34476"/>
      <pc:docMkLst>
        <pc:docMk/>
      </pc:docMkLst>
      <pc:sldChg chg="delSp modSp mod">
        <pc:chgData name="Tyler Stacey-Holmes" userId="3d8b62ab-7eed-4bee-8a7a-28aafc070ccc" providerId="ADAL" clId="{45411AC2-F69E-400E-9A3B-4A86330C9206}" dt="2026-07-09T17:48:01.096" v="1730" actId="1038"/>
        <pc:sldMkLst>
          <pc:docMk/>
          <pc:sldMk cId="3650982468" sldId="291"/>
        </pc:sldMkLst>
        <pc:spChg chg="mod">
          <ac:chgData name="Tyler Stacey-Holmes" userId="3d8b62ab-7eed-4bee-8a7a-28aafc070ccc" providerId="ADAL" clId="{45411AC2-F69E-400E-9A3B-4A86330C9206}" dt="2026-07-09T17:48:01.096" v="1730" actId="1038"/>
          <ac:spMkLst>
            <pc:docMk/>
            <pc:sldMk cId="3650982468" sldId="291"/>
            <ac:spMk id="2" creationId="{A322F9BD-7918-6C3C-8C12-EEF50D04AD89}"/>
          </ac:spMkLst>
        </pc:spChg>
        <pc:picChg chg="mod">
          <ac:chgData name="Tyler Stacey-Holmes" userId="3d8b62ab-7eed-4bee-8a7a-28aafc070ccc" providerId="ADAL" clId="{45411AC2-F69E-400E-9A3B-4A86330C9206}" dt="2026-07-09T17:48:01.096" v="1730" actId="1038"/>
          <ac:picMkLst>
            <pc:docMk/>
            <pc:sldMk cId="3650982468" sldId="291"/>
            <ac:picMk id="21" creationId="{E793C04E-EEC4-79B5-1A8C-1A5504180103}"/>
          </ac:picMkLst>
        </pc:picChg>
      </pc:sldChg>
      <pc:sldChg chg="mod modShow">
        <pc:chgData name="Tyler Stacey-Holmes" userId="3d8b62ab-7eed-4bee-8a7a-28aafc070ccc" providerId="ADAL" clId="{45411AC2-F69E-400E-9A3B-4A86330C9206}" dt="2026-07-15T19:21:11.500" v="1763" actId="34476"/>
        <pc:sldMkLst>
          <pc:docMk/>
          <pc:sldMk cId="3838235608" sldId="2147309872"/>
        </pc:sldMkLst>
      </pc:sldChg>
      <pc:sldChg chg="modSp mod">
        <pc:chgData name="Tyler Stacey-Holmes" userId="3d8b62ab-7eed-4bee-8a7a-28aafc070ccc" providerId="ADAL" clId="{45411AC2-F69E-400E-9A3B-4A86330C9206}" dt="2026-07-06T14:56:55.914" v="1705" actId="20577"/>
        <pc:sldMkLst>
          <pc:docMk/>
          <pc:sldMk cId="1423546990" sldId="2147480646"/>
        </pc:sldMkLst>
        <pc:spChg chg="mod">
          <ac:chgData name="Tyler Stacey-Holmes" userId="3d8b62ab-7eed-4bee-8a7a-28aafc070ccc" providerId="ADAL" clId="{45411AC2-F69E-400E-9A3B-4A86330C9206}" dt="2026-07-06T14:56:55.914" v="1705" actId="20577"/>
          <ac:spMkLst>
            <pc:docMk/>
            <pc:sldMk cId="1423546990" sldId="2147480646"/>
            <ac:spMk id="73" creationId="{55BCBBD3-7BDE-7218-CB4D-762E8FD304D9}"/>
          </ac:spMkLst>
        </pc:spChg>
      </pc:sldChg>
      <pc:sldChg chg="modSp mod modShow">
        <pc:chgData name="Tyler Stacey-Holmes" userId="3d8b62ab-7eed-4bee-8a7a-28aafc070ccc" providerId="ADAL" clId="{45411AC2-F69E-400E-9A3B-4A86330C9206}" dt="2026-07-15T19:21:14.332" v="1764" actId="34476"/>
        <pc:sldMkLst>
          <pc:docMk/>
          <pc:sldMk cId="3979815733" sldId="2147480898"/>
        </pc:sldMkLst>
        <pc:spChg chg="mod">
          <ac:chgData name="Tyler Stacey-Holmes" userId="3d8b62ab-7eed-4bee-8a7a-28aafc070ccc" providerId="ADAL" clId="{45411AC2-F69E-400E-9A3B-4A86330C9206}" dt="2026-07-09T17:48:22.246" v="1762" actId="20577"/>
          <ac:spMkLst>
            <pc:docMk/>
            <pc:sldMk cId="3979815733" sldId="2147480898"/>
            <ac:spMk id="2" creationId="{E31AA9FD-4524-6B7F-8585-0D3CCE77E8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02829-BF6B-4670-832C-2C73DB47696A}" type="datetimeFigureOut">
              <a:rPr lang="en-CA" smtClean="0"/>
              <a:t>07/15/2026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1D5B5-B35E-4C07-BC94-BBC9BD08455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983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1D5B5-B35E-4C07-BC94-BBC9BD08455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837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1D5B5-B35E-4C07-BC94-BBC9BD08455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5654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6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CB71-3121-2A33-BEC0-DE29EB63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2F540-B13B-00D6-4215-1DA30E5A0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64A3B-7E89-A2A3-FF47-ED9C7781E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C7611-1056-9ADD-4791-D42E80203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E1BC5-2330-4103-ACF2-702170F93640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661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1D5B5-B35E-4C07-BC94-BBC9BD08455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648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>
              <a:effectLst/>
              <a:latin typeface="Montserrat" panose="000005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E1BC5-2330-4103-ACF2-702170F93640}" type="slidenum">
              <a:rPr kumimoji="0" lang="en-CA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CA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62146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E1BC5-2330-4103-ACF2-702170F93640}" type="slidenum">
              <a:rPr kumimoji="0" lang="en-CA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05400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CEDFD-5DDF-0AB6-C9A6-F20DEFB8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A303A-BB17-7035-9F96-531AE9ED2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0C2F0-61C9-F7F8-504F-3DD5C436F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70319-7E60-5EF6-5B6E-6E60619C4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888DCB6-0281-8542-A506-471CD96A90DE}" type="slidenum">
              <a:rPr lang="en-CA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11</a:t>
            </a:fld>
            <a:endParaRPr lang="en-CA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87178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C340-8954-6452-B402-603FCC76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4520C-4B04-AA41-D22E-BC18AEA17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E1018-9112-1D9C-8DEB-7F3ABC286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lnSpc>
                <a:spcPts val="860"/>
              </a:lnSpc>
              <a:buFont typeface="+mj-lt"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21A7A-FB1F-A40A-E1A3-F182E22609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200"/>
                <a:buFontTx/>
                <a:buNone/>
                <a:tabLst/>
                <a:defRPr/>
              </a:pPr>
              <a:t>22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2811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FC00-DEC9-81A5-41EA-766569EA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7D9B8-E3F3-9532-65AA-4493F3A24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4B0C1-22ED-9D30-B0D9-740548C5A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lnSpc>
                <a:spcPts val="860"/>
              </a:lnSpc>
              <a:buFont typeface="+mj-lt"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E07E2-0997-7A28-6FE7-0EAAEEB7E2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200"/>
                <a:buFontTx/>
                <a:buNone/>
                <a:tabLst/>
                <a:defRPr/>
              </a:pPr>
              <a:t>23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572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3727-D22E-ACB3-B3ED-462611EC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552CF-82C1-2083-D2BB-E1D70C3BE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D350-6223-B0D6-8CF7-8EA24F13F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lnSpc>
                <a:spcPts val="860"/>
              </a:lnSpc>
              <a:buFont typeface="+mj-lt"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52631-FCAE-4771-26CE-DD8C40EC92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fld id="{00000000-1234-1234-1234-123412341234}" type="slidenum"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200"/>
                <a:buFontTx/>
                <a:buNone/>
                <a:tabLst/>
                <a:defRPr/>
              </a:pPr>
              <a:t>24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981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1D5B5-B35E-4C07-BC94-BBC9BD084551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6861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50" b="0" i="0">
                <a:solidFill>
                  <a:srgbClr val="0A9344"/>
                </a:solidFill>
                <a:latin typeface="Montserrat Thin"/>
                <a:cs typeface="Montserrat Thi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1">
                <a:solidFill>
                  <a:schemeClr val="tx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950" b="0" i="0">
                <a:solidFill>
                  <a:srgbClr val="0A9344"/>
                </a:solidFill>
                <a:latin typeface="Montserrat Thin"/>
                <a:cs typeface="Montserrat Thi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1">
                <a:solidFill>
                  <a:schemeClr val="tx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950" b="0" i="0">
                <a:solidFill>
                  <a:srgbClr val="0A9344"/>
                </a:solidFill>
                <a:latin typeface="Montserrat Thin"/>
                <a:cs typeface="Montserrat Thi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950" b="0" i="0">
                <a:solidFill>
                  <a:srgbClr val="0A9344"/>
                </a:solidFill>
                <a:latin typeface="Montserrat Thin"/>
                <a:cs typeface="Montserrat Thi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ceholder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20104100" cy="1130934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2309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312862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6786901" cy="11309350"/>
          </a:xfrm>
          <a:effectLst/>
        </p:spPr>
        <p:txBody>
          <a:bodyPr>
            <a:normAutofit/>
          </a:bodyPr>
          <a:lstStyle>
            <a:lvl1pPr marL="0" indent="0">
              <a:buNone/>
              <a:defRPr sz="2309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071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7427" y="9853521"/>
            <a:ext cx="2175012" cy="14550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81284" y="3279669"/>
            <a:ext cx="15341530" cy="4923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950" b="0" i="0">
                <a:solidFill>
                  <a:srgbClr val="0A9344"/>
                </a:solidFill>
                <a:latin typeface="Montserrat Thin"/>
                <a:cs typeface="Montserrat Thi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6681" y="4654214"/>
            <a:ext cx="13610590" cy="5640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1">
                <a:solidFill>
                  <a:schemeClr val="tx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jpeg"/><Relationship Id="rId26" Type="http://schemas.openxmlformats.org/officeDocument/2006/relationships/image" Target="../media/image36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jpe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11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eenkeyglobal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mailto:info@greenkeyglob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4089" cy="100872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087232"/>
              <a:ext cx="20104100" cy="1221740"/>
            </a:xfrm>
            <a:custGeom>
              <a:avLst/>
              <a:gdLst/>
              <a:ahLst/>
              <a:cxnLst/>
              <a:rect l="l" t="t" r="r" b="b"/>
              <a:pathLst>
                <a:path w="20104100" h="1221740">
                  <a:moveTo>
                    <a:pt x="20104099" y="0"/>
                  </a:moveTo>
                  <a:lnTo>
                    <a:pt x="0" y="0"/>
                  </a:lnTo>
                  <a:lnTo>
                    <a:pt x="0" y="1221324"/>
                  </a:lnTo>
                  <a:lnTo>
                    <a:pt x="20104099" y="1221324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8BC5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846963" y="10445358"/>
            <a:ext cx="584327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0">
                <a:solidFill>
                  <a:srgbClr val="FBFCFB"/>
                </a:solidFill>
                <a:latin typeface="Montserrat Light"/>
                <a:cs typeface="Montserrat Light"/>
              </a:rPr>
              <a:t>G</a:t>
            </a:r>
            <a:r>
              <a:rPr sz="2950" b="0" spc="-275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>
                <a:solidFill>
                  <a:srgbClr val="FBFCFB"/>
                </a:solidFill>
                <a:latin typeface="Montserrat Light"/>
                <a:cs typeface="Montserrat Light"/>
              </a:rPr>
              <a:t>R</a:t>
            </a:r>
            <a:r>
              <a:rPr sz="2950" b="0" spc="-265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 spc="330">
                <a:solidFill>
                  <a:srgbClr val="FBFCFB"/>
                </a:solidFill>
                <a:latin typeface="Montserrat Light"/>
                <a:cs typeface="Montserrat Light"/>
              </a:rPr>
              <a:t>EEN</a:t>
            </a:r>
            <a:r>
              <a:rPr sz="2950" b="0" spc="-270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>
                <a:solidFill>
                  <a:srgbClr val="FBFCFB"/>
                </a:solidFill>
                <a:latin typeface="Montserrat Light"/>
                <a:cs typeface="Montserrat Light"/>
              </a:rPr>
              <a:t>K</a:t>
            </a:r>
            <a:r>
              <a:rPr sz="2950" b="0" spc="-265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 spc="330">
                <a:solidFill>
                  <a:srgbClr val="FBFCFB"/>
                </a:solidFill>
                <a:latin typeface="Montserrat Light"/>
                <a:cs typeface="Montserrat Light"/>
              </a:rPr>
              <a:t>EYG</a:t>
            </a:r>
            <a:r>
              <a:rPr sz="2950" b="0" spc="-260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 spc="245">
                <a:solidFill>
                  <a:srgbClr val="FBFCFB"/>
                </a:solidFill>
                <a:latin typeface="Montserrat Light"/>
                <a:cs typeface="Montserrat Light"/>
              </a:rPr>
              <a:t>LO</a:t>
            </a:r>
            <a:r>
              <a:rPr sz="2950" b="0" spc="-270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 spc="370">
                <a:solidFill>
                  <a:srgbClr val="FBFCFB"/>
                </a:solidFill>
                <a:latin typeface="Montserrat Light"/>
                <a:cs typeface="Montserrat Light"/>
              </a:rPr>
              <a:t>BAL.</a:t>
            </a:r>
            <a:r>
              <a:rPr sz="2950" b="0" spc="-265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>
                <a:solidFill>
                  <a:srgbClr val="FBFCFB"/>
                </a:solidFill>
                <a:latin typeface="Montserrat Light"/>
                <a:cs typeface="Montserrat Light"/>
              </a:rPr>
              <a:t>C</a:t>
            </a:r>
            <a:r>
              <a:rPr sz="2950" b="0" spc="-265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>
                <a:solidFill>
                  <a:srgbClr val="FBFCFB"/>
                </a:solidFill>
                <a:latin typeface="Montserrat Light"/>
                <a:cs typeface="Montserrat Light"/>
              </a:rPr>
              <a:t>O</a:t>
            </a:r>
            <a:r>
              <a:rPr sz="2950" b="0" spc="-265">
                <a:solidFill>
                  <a:srgbClr val="FBFCFB"/>
                </a:solidFill>
                <a:latin typeface="Montserrat Light"/>
                <a:cs typeface="Montserrat Light"/>
              </a:rPr>
              <a:t> </a:t>
            </a:r>
            <a:r>
              <a:rPr sz="2950" b="0" spc="-50">
                <a:solidFill>
                  <a:srgbClr val="FBFCFB"/>
                </a:solidFill>
                <a:latin typeface="Montserrat Light"/>
                <a:cs typeface="Montserrat Light"/>
              </a:rPr>
              <a:t>M</a:t>
            </a:r>
            <a:endParaRPr sz="2950">
              <a:latin typeface="Montserrat Light"/>
              <a:cs typeface="Montserrat Ligh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2050" y="3661459"/>
            <a:ext cx="9534368" cy="7366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47874" y="5581399"/>
            <a:ext cx="1895565" cy="1607929"/>
            <a:chOff x="6552680" y="5581400"/>
            <a:chExt cx="1390759" cy="1211834"/>
          </a:xfrm>
        </p:grpSpPr>
        <p:sp>
          <p:nvSpPr>
            <p:cNvPr id="4" name="object 4"/>
            <p:cNvSpPr/>
            <p:nvPr/>
          </p:nvSpPr>
          <p:spPr>
            <a:xfrm>
              <a:off x="6592159" y="5581400"/>
              <a:ext cx="1351280" cy="1177290"/>
            </a:xfrm>
            <a:custGeom>
              <a:avLst/>
              <a:gdLst/>
              <a:ahLst/>
              <a:cxnLst/>
              <a:rect l="l" t="t" r="r" b="b"/>
              <a:pathLst>
                <a:path w="1351279" h="1177290">
                  <a:moveTo>
                    <a:pt x="1351026" y="0"/>
                  </a:moveTo>
                  <a:lnTo>
                    <a:pt x="0" y="1176990"/>
                  </a:lnTo>
                </a:path>
              </a:pathLst>
            </a:custGeom>
            <a:ln w="10470">
              <a:solidFill>
                <a:srgbClr val="0094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52680" y="6727829"/>
              <a:ext cx="68580" cy="65405"/>
            </a:xfrm>
            <a:custGeom>
              <a:avLst/>
              <a:gdLst/>
              <a:ahLst/>
              <a:cxnLst/>
              <a:rect l="l" t="t" r="r" b="b"/>
              <a:pathLst>
                <a:path w="68579" h="65404">
                  <a:moveTo>
                    <a:pt x="26732" y="0"/>
                  </a:moveTo>
                  <a:lnTo>
                    <a:pt x="0" y="64950"/>
                  </a:lnTo>
                  <a:lnTo>
                    <a:pt x="67997" y="47370"/>
                  </a:lnTo>
                  <a:lnTo>
                    <a:pt x="26732" y="0"/>
                  </a:lnTo>
                  <a:close/>
                </a:path>
              </a:pathLst>
            </a:custGeom>
            <a:solidFill>
              <a:srgbClr val="0094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01041" y="1074579"/>
            <a:ext cx="18946862" cy="697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054100" algn="l"/>
                <a:tab pos="3563620" algn="l"/>
                <a:tab pos="4751070" algn="l"/>
                <a:tab pos="10755630" algn="l"/>
              </a:tabLst>
            </a:pPr>
            <a:r>
              <a:rPr lang="en-CA" sz="4450" b="1" spc="215" dirty="0">
                <a:solidFill>
                  <a:srgbClr val="009447"/>
                </a:solidFill>
                <a:latin typeface="Montserrat"/>
                <a:cs typeface="Montserrat"/>
              </a:rPr>
              <a:t>OVER 30 </a:t>
            </a:r>
            <a:r>
              <a:rPr sz="4450" b="1" spc="385" dirty="0">
                <a:solidFill>
                  <a:srgbClr val="009447"/>
                </a:solidFill>
                <a:latin typeface="Montserrat"/>
                <a:cs typeface="Montserrat"/>
              </a:rPr>
              <a:t>YEARS</a:t>
            </a:r>
            <a:r>
              <a:rPr lang="en-CA" sz="4450" b="1" spc="385" dirty="0">
                <a:solidFill>
                  <a:srgbClr val="009447"/>
                </a:solidFill>
                <a:latin typeface="Montserrat"/>
                <a:cs typeface="Montserrat"/>
              </a:rPr>
              <a:t> </a:t>
            </a:r>
            <a:r>
              <a:rPr sz="4450" b="1" spc="220" dirty="0">
                <a:solidFill>
                  <a:srgbClr val="009447"/>
                </a:solidFill>
                <a:latin typeface="Montserrat"/>
                <a:cs typeface="Montserrat"/>
              </a:rPr>
              <a:t>OF</a:t>
            </a:r>
            <a:r>
              <a:rPr lang="en-CA" sz="4450" b="1" spc="220" dirty="0">
                <a:solidFill>
                  <a:srgbClr val="009447"/>
                </a:solidFill>
                <a:latin typeface="Montserrat"/>
                <a:cs typeface="Montserrat"/>
              </a:rPr>
              <a:t> </a:t>
            </a:r>
            <a:r>
              <a:rPr sz="4450" b="1" spc="445" dirty="0">
                <a:solidFill>
                  <a:srgbClr val="009447"/>
                </a:solidFill>
                <a:latin typeface="Montserrat"/>
                <a:cs typeface="Montserrat"/>
              </a:rPr>
              <a:t>SUSTAINABILITY</a:t>
            </a:r>
            <a:r>
              <a:rPr lang="en-CA" sz="4450" b="1" spc="445" dirty="0">
                <a:solidFill>
                  <a:srgbClr val="009447"/>
                </a:solidFill>
                <a:latin typeface="Montserrat"/>
                <a:cs typeface="Montserrat"/>
              </a:rPr>
              <a:t> </a:t>
            </a:r>
            <a:r>
              <a:rPr sz="4450" b="1" spc="434" dirty="0">
                <a:solidFill>
                  <a:srgbClr val="009447"/>
                </a:solidFill>
                <a:latin typeface="Montserrat"/>
                <a:cs typeface="Montserrat"/>
              </a:rPr>
              <a:t>LEADERSHIP </a:t>
            </a:r>
            <a:endParaRPr sz="4450" dirty="0"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03432" y="710297"/>
            <a:ext cx="497141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13255" algn="l"/>
                <a:tab pos="3082925" algn="l"/>
              </a:tabLst>
            </a:pP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G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R</a:t>
            </a:r>
            <a:r>
              <a:rPr sz="2300" spc="37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60">
                <a:solidFill>
                  <a:srgbClr val="585858"/>
                </a:solidFill>
                <a:latin typeface="Montserrat"/>
                <a:cs typeface="Montserrat"/>
              </a:rPr>
              <a:t>N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	K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>
                <a:solidFill>
                  <a:srgbClr val="585858"/>
                </a:solidFill>
                <a:latin typeface="Montserrat"/>
                <a:cs typeface="Montserrat"/>
              </a:rPr>
              <a:t>Y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	G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O</a:t>
            </a:r>
            <a:r>
              <a:rPr sz="2300" spc="37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B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A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endParaRPr sz="230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1539" y="7341958"/>
            <a:ext cx="3489611" cy="26032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95"/>
              </a:spcBef>
            </a:pPr>
            <a:r>
              <a:rPr lang="en-CA" sz="2800" dirty="0">
                <a:solidFill>
                  <a:schemeClr val="tx1"/>
                </a:solidFill>
                <a:latin typeface="Montserrat"/>
                <a:cs typeface="Montserrat"/>
              </a:rPr>
              <a:t>The only </a:t>
            </a:r>
            <a:r>
              <a:rPr lang="en-CA" sz="2800" b="1" dirty="0">
                <a:solidFill>
                  <a:srgbClr val="009446"/>
                </a:solidFill>
                <a:latin typeface="Montserrat"/>
                <a:cs typeface="Montserrat"/>
              </a:rPr>
              <a:t>certification created</a:t>
            </a:r>
            <a:r>
              <a:rPr sz="2800" b="1" spc="50" dirty="0">
                <a:solidFill>
                  <a:srgbClr val="009446"/>
                </a:solidFill>
                <a:latin typeface="Montserrat"/>
                <a:cs typeface="Montserrat"/>
              </a:rPr>
              <a:t> </a:t>
            </a:r>
            <a:r>
              <a:rPr sz="2800" spc="-25" dirty="0">
                <a:latin typeface="Montserrat"/>
                <a:cs typeface="Montserrat"/>
              </a:rPr>
              <a:t>by </a:t>
            </a:r>
            <a:r>
              <a:rPr sz="2800" spc="-10" dirty="0">
                <a:latin typeface="Montserrat"/>
                <a:cs typeface="Montserrat"/>
              </a:rPr>
              <a:t>Hoteliers</a:t>
            </a:r>
            <a:r>
              <a:rPr sz="2800" spc="710" dirty="0">
                <a:latin typeface="Montserrat"/>
                <a:cs typeface="Montserrat"/>
              </a:rPr>
              <a:t> </a:t>
            </a:r>
            <a:r>
              <a:rPr lang="en-CA" sz="2800" b="1" dirty="0">
                <a:solidFill>
                  <a:srgbClr val="009446"/>
                </a:solidFill>
                <a:latin typeface="Montserrat"/>
                <a:cs typeface="Montserrat"/>
              </a:rPr>
              <a:t>specifically</a:t>
            </a:r>
            <a:r>
              <a:rPr lang="en-CA" sz="2800" spc="710" dirty="0">
                <a:latin typeface="Montserrat"/>
                <a:cs typeface="Montserrat"/>
              </a:rPr>
              <a:t> </a:t>
            </a:r>
            <a:r>
              <a:rPr sz="2800" dirty="0">
                <a:latin typeface="Montserrat"/>
                <a:cs typeface="Montserrat"/>
              </a:rPr>
              <a:t>for</a:t>
            </a:r>
            <a:r>
              <a:rPr sz="2800" spc="30" dirty="0">
                <a:latin typeface="Montserrat"/>
                <a:cs typeface="Montserrat"/>
              </a:rPr>
              <a:t> </a:t>
            </a:r>
            <a:r>
              <a:rPr sz="2800" spc="-10" dirty="0">
                <a:latin typeface="Montserrat"/>
                <a:cs typeface="Montserrat"/>
              </a:rPr>
              <a:t>Hoteliers</a:t>
            </a:r>
            <a:endParaRPr sz="2800" dirty="0">
              <a:latin typeface="Montserrat"/>
              <a:cs typeface="Montserra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2345" y="6764467"/>
            <a:ext cx="3708000" cy="3708000"/>
          </a:xfrm>
          <a:custGeom>
            <a:avLst/>
            <a:gdLst/>
            <a:ahLst/>
            <a:cxnLst/>
            <a:rect l="l" t="t" r="r" b="b"/>
            <a:pathLst>
              <a:path w="3391534" h="3392804">
                <a:moveTo>
                  <a:pt x="0" y="1696283"/>
                </a:moveTo>
                <a:lnTo>
                  <a:pt x="674" y="1647987"/>
                </a:lnTo>
                <a:lnTo>
                  <a:pt x="2684" y="1600026"/>
                </a:lnTo>
                <a:lnTo>
                  <a:pt x="6012" y="1552417"/>
                </a:lnTo>
                <a:lnTo>
                  <a:pt x="10641" y="1505178"/>
                </a:lnTo>
                <a:lnTo>
                  <a:pt x="16552" y="1458327"/>
                </a:lnTo>
                <a:lnTo>
                  <a:pt x="23728" y="1411882"/>
                </a:lnTo>
                <a:lnTo>
                  <a:pt x="32151" y="1365860"/>
                </a:lnTo>
                <a:lnTo>
                  <a:pt x="41802" y="1320280"/>
                </a:lnTo>
                <a:lnTo>
                  <a:pt x="52665" y="1275160"/>
                </a:lnTo>
                <a:lnTo>
                  <a:pt x="64720" y="1230517"/>
                </a:lnTo>
                <a:lnTo>
                  <a:pt x="77950" y="1186370"/>
                </a:lnTo>
                <a:lnTo>
                  <a:pt x="92338" y="1142736"/>
                </a:lnTo>
                <a:lnTo>
                  <a:pt x="107865" y="1099633"/>
                </a:lnTo>
                <a:lnTo>
                  <a:pt x="124513" y="1057079"/>
                </a:lnTo>
                <a:lnTo>
                  <a:pt x="142265" y="1015092"/>
                </a:lnTo>
                <a:lnTo>
                  <a:pt x="161103" y="973690"/>
                </a:lnTo>
                <a:lnTo>
                  <a:pt x="181008" y="932891"/>
                </a:lnTo>
                <a:lnTo>
                  <a:pt x="201964" y="892712"/>
                </a:lnTo>
                <a:lnTo>
                  <a:pt x="223951" y="853172"/>
                </a:lnTo>
                <a:lnTo>
                  <a:pt x="246952" y="814288"/>
                </a:lnTo>
                <a:lnTo>
                  <a:pt x="270950" y="776079"/>
                </a:lnTo>
                <a:lnTo>
                  <a:pt x="295925" y="738562"/>
                </a:lnTo>
                <a:lnTo>
                  <a:pt x="321862" y="701755"/>
                </a:lnTo>
                <a:lnTo>
                  <a:pt x="348740" y="665676"/>
                </a:lnTo>
                <a:lnTo>
                  <a:pt x="376544" y="630344"/>
                </a:lnTo>
                <a:lnTo>
                  <a:pt x="405254" y="595775"/>
                </a:lnTo>
                <a:lnTo>
                  <a:pt x="434853" y="561987"/>
                </a:lnTo>
                <a:lnTo>
                  <a:pt x="465322" y="529000"/>
                </a:lnTo>
                <a:lnTo>
                  <a:pt x="496645" y="496830"/>
                </a:lnTo>
                <a:lnTo>
                  <a:pt x="528803" y="465495"/>
                </a:lnTo>
                <a:lnTo>
                  <a:pt x="561779" y="435014"/>
                </a:lnTo>
                <a:lnTo>
                  <a:pt x="595553" y="405404"/>
                </a:lnTo>
                <a:lnTo>
                  <a:pt x="630109" y="376684"/>
                </a:lnTo>
                <a:lnTo>
                  <a:pt x="665429" y="348870"/>
                </a:lnTo>
                <a:lnTo>
                  <a:pt x="701495" y="321981"/>
                </a:lnTo>
                <a:lnTo>
                  <a:pt x="738288" y="296035"/>
                </a:lnTo>
                <a:lnTo>
                  <a:pt x="775791" y="271050"/>
                </a:lnTo>
                <a:lnTo>
                  <a:pt x="813986" y="247044"/>
                </a:lnTo>
                <a:lnTo>
                  <a:pt x="852855" y="224034"/>
                </a:lnTo>
                <a:lnTo>
                  <a:pt x="892381" y="202039"/>
                </a:lnTo>
                <a:lnTo>
                  <a:pt x="932544" y="181076"/>
                </a:lnTo>
                <a:lnTo>
                  <a:pt x="973329" y="161163"/>
                </a:lnTo>
                <a:lnTo>
                  <a:pt x="1014715" y="142318"/>
                </a:lnTo>
                <a:lnTo>
                  <a:pt x="1056687" y="124560"/>
                </a:lnTo>
                <a:lnTo>
                  <a:pt x="1099225" y="107905"/>
                </a:lnTo>
                <a:lnTo>
                  <a:pt x="1142312" y="92372"/>
                </a:lnTo>
                <a:lnTo>
                  <a:pt x="1185930" y="77979"/>
                </a:lnTo>
                <a:lnTo>
                  <a:pt x="1230061" y="64744"/>
                </a:lnTo>
                <a:lnTo>
                  <a:pt x="1274687" y="52684"/>
                </a:lnTo>
                <a:lnTo>
                  <a:pt x="1319791" y="41818"/>
                </a:lnTo>
                <a:lnTo>
                  <a:pt x="1365354" y="32163"/>
                </a:lnTo>
                <a:lnTo>
                  <a:pt x="1411358" y="23737"/>
                </a:lnTo>
                <a:lnTo>
                  <a:pt x="1457786" y="16559"/>
                </a:lnTo>
                <a:lnTo>
                  <a:pt x="1504620" y="10645"/>
                </a:lnTo>
                <a:lnTo>
                  <a:pt x="1551842" y="6014"/>
                </a:lnTo>
                <a:lnTo>
                  <a:pt x="1599433" y="2685"/>
                </a:lnTo>
                <a:lnTo>
                  <a:pt x="1647377" y="674"/>
                </a:lnTo>
                <a:lnTo>
                  <a:pt x="1695655" y="0"/>
                </a:lnTo>
                <a:lnTo>
                  <a:pt x="1743932" y="674"/>
                </a:lnTo>
                <a:lnTo>
                  <a:pt x="1791876" y="2685"/>
                </a:lnTo>
                <a:lnTo>
                  <a:pt x="1839468" y="6014"/>
                </a:lnTo>
                <a:lnTo>
                  <a:pt x="1886689" y="10645"/>
                </a:lnTo>
                <a:lnTo>
                  <a:pt x="1933523" y="16559"/>
                </a:lnTo>
                <a:lnTo>
                  <a:pt x="1979951" y="23737"/>
                </a:lnTo>
                <a:lnTo>
                  <a:pt x="2025956" y="32163"/>
                </a:lnTo>
                <a:lnTo>
                  <a:pt x="2071518" y="41818"/>
                </a:lnTo>
                <a:lnTo>
                  <a:pt x="2116622" y="52684"/>
                </a:lnTo>
                <a:lnTo>
                  <a:pt x="2161248" y="64744"/>
                </a:lnTo>
                <a:lnTo>
                  <a:pt x="2205379" y="77979"/>
                </a:lnTo>
                <a:lnTo>
                  <a:pt x="2248997" y="92372"/>
                </a:lnTo>
                <a:lnTo>
                  <a:pt x="2292084" y="107905"/>
                </a:lnTo>
                <a:lnTo>
                  <a:pt x="2334623" y="124560"/>
                </a:lnTo>
                <a:lnTo>
                  <a:pt x="2376594" y="142318"/>
                </a:lnTo>
                <a:lnTo>
                  <a:pt x="2417981" y="161163"/>
                </a:lnTo>
                <a:lnTo>
                  <a:pt x="2458765" y="181076"/>
                </a:lnTo>
                <a:lnTo>
                  <a:pt x="2498929" y="202039"/>
                </a:lnTo>
                <a:lnTo>
                  <a:pt x="2538454" y="224034"/>
                </a:lnTo>
                <a:lnTo>
                  <a:pt x="2577323" y="247044"/>
                </a:lnTo>
                <a:lnTo>
                  <a:pt x="2615518" y="271050"/>
                </a:lnTo>
                <a:lnTo>
                  <a:pt x="2653022" y="296035"/>
                </a:lnTo>
                <a:lnTo>
                  <a:pt x="2689815" y="321981"/>
                </a:lnTo>
                <a:lnTo>
                  <a:pt x="2725880" y="348870"/>
                </a:lnTo>
                <a:lnTo>
                  <a:pt x="2761200" y="376684"/>
                </a:lnTo>
                <a:lnTo>
                  <a:pt x="2795756" y="405404"/>
                </a:lnTo>
                <a:lnTo>
                  <a:pt x="2829531" y="435014"/>
                </a:lnTo>
                <a:lnTo>
                  <a:pt x="2862506" y="465495"/>
                </a:lnTo>
                <a:lnTo>
                  <a:pt x="2894664" y="496830"/>
                </a:lnTo>
                <a:lnTo>
                  <a:pt x="2925987" y="529000"/>
                </a:lnTo>
                <a:lnTo>
                  <a:pt x="2956457" y="561987"/>
                </a:lnTo>
                <a:lnTo>
                  <a:pt x="2986056" y="595775"/>
                </a:lnTo>
                <a:lnTo>
                  <a:pt x="3014766" y="630344"/>
                </a:lnTo>
                <a:lnTo>
                  <a:pt x="3042569" y="665676"/>
                </a:lnTo>
                <a:lnTo>
                  <a:pt x="3069448" y="701755"/>
                </a:lnTo>
                <a:lnTo>
                  <a:pt x="3095384" y="738562"/>
                </a:lnTo>
                <a:lnTo>
                  <a:pt x="3120360" y="776079"/>
                </a:lnTo>
                <a:lnTo>
                  <a:pt x="3144357" y="814288"/>
                </a:lnTo>
                <a:lnTo>
                  <a:pt x="3167359" y="853172"/>
                </a:lnTo>
                <a:lnTo>
                  <a:pt x="3189346" y="892712"/>
                </a:lnTo>
                <a:lnTo>
                  <a:pt x="3210301" y="932891"/>
                </a:lnTo>
                <a:lnTo>
                  <a:pt x="3230206" y="973690"/>
                </a:lnTo>
                <a:lnTo>
                  <a:pt x="3249044" y="1015092"/>
                </a:lnTo>
                <a:lnTo>
                  <a:pt x="3266796" y="1057079"/>
                </a:lnTo>
                <a:lnTo>
                  <a:pt x="3283444" y="1099633"/>
                </a:lnTo>
                <a:lnTo>
                  <a:pt x="3298971" y="1142736"/>
                </a:lnTo>
                <a:lnTo>
                  <a:pt x="3313359" y="1186370"/>
                </a:lnTo>
                <a:lnTo>
                  <a:pt x="3326590" y="1230517"/>
                </a:lnTo>
                <a:lnTo>
                  <a:pt x="3338645" y="1275160"/>
                </a:lnTo>
                <a:lnTo>
                  <a:pt x="3349507" y="1320280"/>
                </a:lnTo>
                <a:lnTo>
                  <a:pt x="3359159" y="1365860"/>
                </a:lnTo>
                <a:lnTo>
                  <a:pt x="3367581" y="1411882"/>
                </a:lnTo>
                <a:lnTo>
                  <a:pt x="3374757" y="1458327"/>
                </a:lnTo>
                <a:lnTo>
                  <a:pt x="3380668" y="1505178"/>
                </a:lnTo>
                <a:lnTo>
                  <a:pt x="3385297" y="1552417"/>
                </a:lnTo>
                <a:lnTo>
                  <a:pt x="3388626" y="1600026"/>
                </a:lnTo>
                <a:lnTo>
                  <a:pt x="3390636" y="1647987"/>
                </a:lnTo>
                <a:lnTo>
                  <a:pt x="3391310" y="1696283"/>
                </a:lnTo>
                <a:lnTo>
                  <a:pt x="3390636" y="1744578"/>
                </a:lnTo>
                <a:lnTo>
                  <a:pt x="3388626" y="1792540"/>
                </a:lnTo>
                <a:lnTo>
                  <a:pt x="3385297" y="1840149"/>
                </a:lnTo>
                <a:lnTo>
                  <a:pt x="3380668" y="1887388"/>
                </a:lnTo>
                <a:lnTo>
                  <a:pt x="3374757" y="1934239"/>
                </a:lnTo>
                <a:lnTo>
                  <a:pt x="3367581" y="1980684"/>
                </a:lnTo>
                <a:lnTo>
                  <a:pt x="3359159" y="2026706"/>
                </a:lnTo>
                <a:lnTo>
                  <a:pt x="3349507" y="2072286"/>
                </a:lnTo>
                <a:lnTo>
                  <a:pt x="3338645" y="2117406"/>
                </a:lnTo>
                <a:lnTo>
                  <a:pt x="3326590" y="2162049"/>
                </a:lnTo>
                <a:lnTo>
                  <a:pt x="3313359" y="2206196"/>
                </a:lnTo>
                <a:lnTo>
                  <a:pt x="3298971" y="2249830"/>
                </a:lnTo>
                <a:lnTo>
                  <a:pt x="3283444" y="2292933"/>
                </a:lnTo>
                <a:lnTo>
                  <a:pt x="3266796" y="2335487"/>
                </a:lnTo>
                <a:lnTo>
                  <a:pt x="3249044" y="2377474"/>
                </a:lnTo>
                <a:lnTo>
                  <a:pt x="3230206" y="2418876"/>
                </a:lnTo>
                <a:lnTo>
                  <a:pt x="3210301" y="2459675"/>
                </a:lnTo>
                <a:lnTo>
                  <a:pt x="3189346" y="2499854"/>
                </a:lnTo>
                <a:lnTo>
                  <a:pt x="3167359" y="2539394"/>
                </a:lnTo>
                <a:lnTo>
                  <a:pt x="3144357" y="2578278"/>
                </a:lnTo>
                <a:lnTo>
                  <a:pt x="3120360" y="2616487"/>
                </a:lnTo>
                <a:lnTo>
                  <a:pt x="3095384" y="2654004"/>
                </a:lnTo>
                <a:lnTo>
                  <a:pt x="3069448" y="2690811"/>
                </a:lnTo>
                <a:lnTo>
                  <a:pt x="3042569" y="2726890"/>
                </a:lnTo>
                <a:lnTo>
                  <a:pt x="3014766" y="2762222"/>
                </a:lnTo>
                <a:lnTo>
                  <a:pt x="2986056" y="2796791"/>
                </a:lnTo>
                <a:lnTo>
                  <a:pt x="2956457" y="2830578"/>
                </a:lnTo>
                <a:lnTo>
                  <a:pt x="2925987" y="2863566"/>
                </a:lnTo>
                <a:lnTo>
                  <a:pt x="2894664" y="2895736"/>
                </a:lnTo>
                <a:lnTo>
                  <a:pt x="2862506" y="2927070"/>
                </a:lnTo>
                <a:lnTo>
                  <a:pt x="2829531" y="2957552"/>
                </a:lnTo>
                <a:lnTo>
                  <a:pt x="2795756" y="2987161"/>
                </a:lnTo>
                <a:lnTo>
                  <a:pt x="2761200" y="3015882"/>
                </a:lnTo>
                <a:lnTo>
                  <a:pt x="2725880" y="3043696"/>
                </a:lnTo>
                <a:lnTo>
                  <a:pt x="2689815" y="3070585"/>
                </a:lnTo>
                <a:lnTo>
                  <a:pt x="2653022" y="3096530"/>
                </a:lnTo>
                <a:lnTo>
                  <a:pt x="2615518" y="3121515"/>
                </a:lnTo>
                <a:lnTo>
                  <a:pt x="2577323" y="3145522"/>
                </a:lnTo>
                <a:lnTo>
                  <a:pt x="2538454" y="3168532"/>
                </a:lnTo>
                <a:lnTo>
                  <a:pt x="2498929" y="3190527"/>
                </a:lnTo>
                <a:lnTo>
                  <a:pt x="2458765" y="3211490"/>
                </a:lnTo>
                <a:lnTo>
                  <a:pt x="2417981" y="3231403"/>
                </a:lnTo>
                <a:lnTo>
                  <a:pt x="2376594" y="3250248"/>
                </a:lnTo>
                <a:lnTo>
                  <a:pt x="2334623" y="3268006"/>
                </a:lnTo>
                <a:lnTo>
                  <a:pt x="2292084" y="3284661"/>
                </a:lnTo>
                <a:lnTo>
                  <a:pt x="2248997" y="3300194"/>
                </a:lnTo>
                <a:lnTo>
                  <a:pt x="2205379" y="3314587"/>
                </a:lnTo>
                <a:lnTo>
                  <a:pt x="2161248" y="3327822"/>
                </a:lnTo>
                <a:lnTo>
                  <a:pt x="2116622" y="3339882"/>
                </a:lnTo>
                <a:lnTo>
                  <a:pt x="2071518" y="3350748"/>
                </a:lnTo>
                <a:lnTo>
                  <a:pt x="2025956" y="3360403"/>
                </a:lnTo>
                <a:lnTo>
                  <a:pt x="1979951" y="3368829"/>
                </a:lnTo>
                <a:lnTo>
                  <a:pt x="1933523" y="3376007"/>
                </a:lnTo>
                <a:lnTo>
                  <a:pt x="1886689" y="3381921"/>
                </a:lnTo>
                <a:lnTo>
                  <a:pt x="1839468" y="3386551"/>
                </a:lnTo>
                <a:lnTo>
                  <a:pt x="1791876" y="3389881"/>
                </a:lnTo>
                <a:lnTo>
                  <a:pt x="1743932" y="3391892"/>
                </a:lnTo>
                <a:lnTo>
                  <a:pt x="1695655" y="3392566"/>
                </a:lnTo>
                <a:lnTo>
                  <a:pt x="1647377" y="3391892"/>
                </a:lnTo>
                <a:lnTo>
                  <a:pt x="1599433" y="3389881"/>
                </a:lnTo>
                <a:lnTo>
                  <a:pt x="1551842" y="3386551"/>
                </a:lnTo>
                <a:lnTo>
                  <a:pt x="1504620" y="3381921"/>
                </a:lnTo>
                <a:lnTo>
                  <a:pt x="1457786" y="3376007"/>
                </a:lnTo>
                <a:lnTo>
                  <a:pt x="1411358" y="3368829"/>
                </a:lnTo>
                <a:lnTo>
                  <a:pt x="1365354" y="3360403"/>
                </a:lnTo>
                <a:lnTo>
                  <a:pt x="1319791" y="3350748"/>
                </a:lnTo>
                <a:lnTo>
                  <a:pt x="1274687" y="3339882"/>
                </a:lnTo>
                <a:lnTo>
                  <a:pt x="1230061" y="3327822"/>
                </a:lnTo>
                <a:lnTo>
                  <a:pt x="1185930" y="3314587"/>
                </a:lnTo>
                <a:lnTo>
                  <a:pt x="1142312" y="3300194"/>
                </a:lnTo>
                <a:lnTo>
                  <a:pt x="1099225" y="3284661"/>
                </a:lnTo>
                <a:lnTo>
                  <a:pt x="1056687" y="3268006"/>
                </a:lnTo>
                <a:lnTo>
                  <a:pt x="1014715" y="3250248"/>
                </a:lnTo>
                <a:lnTo>
                  <a:pt x="973329" y="3231403"/>
                </a:lnTo>
                <a:lnTo>
                  <a:pt x="932544" y="3211490"/>
                </a:lnTo>
                <a:lnTo>
                  <a:pt x="892381" y="3190527"/>
                </a:lnTo>
                <a:lnTo>
                  <a:pt x="852855" y="3168532"/>
                </a:lnTo>
                <a:lnTo>
                  <a:pt x="813986" y="3145522"/>
                </a:lnTo>
                <a:lnTo>
                  <a:pt x="775791" y="3121515"/>
                </a:lnTo>
                <a:lnTo>
                  <a:pt x="738288" y="3096530"/>
                </a:lnTo>
                <a:lnTo>
                  <a:pt x="701495" y="3070585"/>
                </a:lnTo>
                <a:lnTo>
                  <a:pt x="665429" y="3043696"/>
                </a:lnTo>
                <a:lnTo>
                  <a:pt x="630109" y="3015882"/>
                </a:lnTo>
                <a:lnTo>
                  <a:pt x="595553" y="2987161"/>
                </a:lnTo>
                <a:lnTo>
                  <a:pt x="561779" y="2957552"/>
                </a:lnTo>
                <a:lnTo>
                  <a:pt x="528803" y="2927070"/>
                </a:lnTo>
                <a:lnTo>
                  <a:pt x="496645" y="2895736"/>
                </a:lnTo>
                <a:lnTo>
                  <a:pt x="465322" y="2863566"/>
                </a:lnTo>
                <a:lnTo>
                  <a:pt x="434853" y="2830578"/>
                </a:lnTo>
                <a:lnTo>
                  <a:pt x="405254" y="2796791"/>
                </a:lnTo>
                <a:lnTo>
                  <a:pt x="376544" y="2762222"/>
                </a:lnTo>
                <a:lnTo>
                  <a:pt x="348740" y="2726890"/>
                </a:lnTo>
                <a:lnTo>
                  <a:pt x="321862" y="2690811"/>
                </a:lnTo>
                <a:lnTo>
                  <a:pt x="295925" y="2654004"/>
                </a:lnTo>
                <a:lnTo>
                  <a:pt x="270950" y="2616487"/>
                </a:lnTo>
                <a:lnTo>
                  <a:pt x="246952" y="2578278"/>
                </a:lnTo>
                <a:lnTo>
                  <a:pt x="223951" y="2539394"/>
                </a:lnTo>
                <a:lnTo>
                  <a:pt x="201964" y="2499854"/>
                </a:lnTo>
                <a:lnTo>
                  <a:pt x="181008" y="2459675"/>
                </a:lnTo>
                <a:lnTo>
                  <a:pt x="161103" y="2418876"/>
                </a:lnTo>
                <a:lnTo>
                  <a:pt x="142265" y="2377474"/>
                </a:lnTo>
                <a:lnTo>
                  <a:pt x="124513" y="2335487"/>
                </a:lnTo>
                <a:lnTo>
                  <a:pt x="107865" y="2292933"/>
                </a:lnTo>
                <a:lnTo>
                  <a:pt x="92338" y="2249830"/>
                </a:lnTo>
                <a:lnTo>
                  <a:pt x="77950" y="2206196"/>
                </a:lnTo>
                <a:lnTo>
                  <a:pt x="64720" y="2162049"/>
                </a:lnTo>
                <a:lnTo>
                  <a:pt x="52665" y="2117406"/>
                </a:lnTo>
                <a:lnTo>
                  <a:pt x="41802" y="2072286"/>
                </a:lnTo>
                <a:lnTo>
                  <a:pt x="32151" y="2026706"/>
                </a:lnTo>
                <a:lnTo>
                  <a:pt x="23728" y="1980684"/>
                </a:lnTo>
                <a:lnTo>
                  <a:pt x="16552" y="1934239"/>
                </a:lnTo>
                <a:lnTo>
                  <a:pt x="10641" y="1887388"/>
                </a:lnTo>
                <a:lnTo>
                  <a:pt x="6012" y="1840149"/>
                </a:lnTo>
                <a:lnTo>
                  <a:pt x="2684" y="1792540"/>
                </a:lnTo>
                <a:lnTo>
                  <a:pt x="674" y="1744578"/>
                </a:lnTo>
                <a:lnTo>
                  <a:pt x="0" y="1696283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16984" y="4228300"/>
            <a:ext cx="2517184" cy="16793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sz="2400" b="1" spc="-20" dirty="0">
                <a:solidFill>
                  <a:srgbClr val="009446"/>
                </a:solidFill>
                <a:latin typeface="Montserrat"/>
                <a:cs typeface="Montserrat"/>
              </a:rPr>
              <a:t>Est. </a:t>
            </a:r>
            <a:r>
              <a:rPr lang="en-US" sz="2400" dirty="0">
                <a:solidFill>
                  <a:schemeClr val="tx1"/>
                </a:solidFill>
                <a:latin typeface="Montserrat"/>
              </a:rPr>
              <a:t>in 1994 by Hotels Canada </a:t>
            </a:r>
            <a:r>
              <a:rPr lang="en-US" sz="2000" dirty="0">
                <a:solidFill>
                  <a:schemeClr val="tx1"/>
                </a:solidFill>
                <a:latin typeface="Montserrat"/>
              </a:rPr>
              <a:t>(formerly the Hotel Association of Canada)</a:t>
            </a:r>
            <a:endParaRPr sz="2400" dirty="0">
              <a:solidFill>
                <a:schemeClr val="tx1"/>
              </a:solidFill>
              <a:latin typeface="Montserra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000712" y="5273556"/>
            <a:ext cx="2364105" cy="373380"/>
          </a:xfrm>
          <a:custGeom>
            <a:avLst/>
            <a:gdLst/>
            <a:ahLst/>
            <a:cxnLst/>
            <a:rect l="l" t="t" r="r" b="b"/>
            <a:pathLst>
              <a:path w="2364105" h="373379">
                <a:moveTo>
                  <a:pt x="0" y="0"/>
                </a:moveTo>
                <a:lnTo>
                  <a:pt x="2363823" y="373014"/>
                </a:lnTo>
              </a:path>
            </a:pathLst>
          </a:custGeom>
          <a:ln w="10470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349289" y="5613911"/>
            <a:ext cx="67310" cy="62230"/>
          </a:xfrm>
          <a:custGeom>
            <a:avLst/>
            <a:gdLst/>
            <a:ahLst/>
            <a:cxnLst/>
            <a:rect l="l" t="t" r="r" b="b"/>
            <a:pathLst>
              <a:path w="67309" h="62229">
                <a:moveTo>
                  <a:pt x="9800" y="0"/>
                </a:moveTo>
                <a:lnTo>
                  <a:pt x="0" y="62060"/>
                </a:lnTo>
                <a:lnTo>
                  <a:pt x="66961" y="40825"/>
                </a:lnTo>
                <a:lnTo>
                  <a:pt x="9800" y="0"/>
                </a:lnTo>
                <a:close/>
              </a:path>
            </a:pathLst>
          </a:custGeom>
          <a:solidFill>
            <a:srgbClr val="0094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00921" y="4809906"/>
            <a:ext cx="2054860" cy="337185"/>
          </a:xfrm>
          <a:custGeom>
            <a:avLst/>
            <a:gdLst/>
            <a:ahLst/>
            <a:cxnLst/>
            <a:rect l="l" t="t" r="r" b="b"/>
            <a:pathLst>
              <a:path w="2054859" h="337185">
                <a:moveTo>
                  <a:pt x="2054366" y="0"/>
                </a:moveTo>
                <a:lnTo>
                  <a:pt x="0" y="336754"/>
                </a:lnTo>
              </a:path>
            </a:pathLst>
          </a:custGeom>
          <a:ln w="10470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49257" y="5113962"/>
            <a:ext cx="67310" cy="62230"/>
          </a:xfrm>
          <a:custGeom>
            <a:avLst/>
            <a:gdLst/>
            <a:ahLst/>
            <a:cxnLst/>
            <a:rect l="l" t="t" r="r" b="b"/>
            <a:pathLst>
              <a:path w="67310" h="62229">
                <a:moveTo>
                  <a:pt x="56909" y="0"/>
                </a:moveTo>
                <a:lnTo>
                  <a:pt x="0" y="41161"/>
                </a:lnTo>
                <a:lnTo>
                  <a:pt x="67076" y="61998"/>
                </a:lnTo>
                <a:lnTo>
                  <a:pt x="56909" y="0"/>
                </a:lnTo>
                <a:close/>
              </a:path>
            </a:pathLst>
          </a:custGeom>
          <a:solidFill>
            <a:srgbClr val="0094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16009" y="3512647"/>
            <a:ext cx="2880000" cy="2880000"/>
          </a:xfrm>
          <a:custGeom>
            <a:avLst/>
            <a:gdLst/>
            <a:ahLst/>
            <a:cxnLst/>
            <a:rect l="l" t="t" r="r" b="b"/>
            <a:pathLst>
              <a:path w="2621279" h="2622550">
                <a:moveTo>
                  <a:pt x="0" y="1311164"/>
                </a:moveTo>
                <a:lnTo>
                  <a:pt x="864" y="1263096"/>
                </a:lnTo>
                <a:lnTo>
                  <a:pt x="3437" y="1215464"/>
                </a:lnTo>
                <a:lnTo>
                  <a:pt x="7690" y="1168298"/>
                </a:lnTo>
                <a:lnTo>
                  <a:pt x="13592" y="1121627"/>
                </a:lnTo>
                <a:lnTo>
                  <a:pt x="21114" y="1075481"/>
                </a:lnTo>
                <a:lnTo>
                  <a:pt x="30227" y="1029889"/>
                </a:lnTo>
                <a:lnTo>
                  <a:pt x="40900" y="984880"/>
                </a:lnTo>
                <a:lnTo>
                  <a:pt x="53105" y="940486"/>
                </a:lnTo>
                <a:lnTo>
                  <a:pt x="66811" y="896735"/>
                </a:lnTo>
                <a:lnTo>
                  <a:pt x="81990" y="853656"/>
                </a:lnTo>
                <a:lnTo>
                  <a:pt x="98611" y="811281"/>
                </a:lnTo>
                <a:lnTo>
                  <a:pt x="116644" y="769637"/>
                </a:lnTo>
                <a:lnTo>
                  <a:pt x="136061" y="728755"/>
                </a:lnTo>
                <a:lnTo>
                  <a:pt x="156832" y="688664"/>
                </a:lnTo>
                <a:lnTo>
                  <a:pt x="178926" y="649395"/>
                </a:lnTo>
                <a:lnTo>
                  <a:pt x="202315" y="610975"/>
                </a:lnTo>
                <a:lnTo>
                  <a:pt x="226968" y="573437"/>
                </a:lnTo>
                <a:lnTo>
                  <a:pt x="252857" y="536808"/>
                </a:lnTo>
                <a:lnTo>
                  <a:pt x="279951" y="501118"/>
                </a:lnTo>
                <a:lnTo>
                  <a:pt x="308221" y="466398"/>
                </a:lnTo>
                <a:lnTo>
                  <a:pt x="337637" y="432676"/>
                </a:lnTo>
                <a:lnTo>
                  <a:pt x="368170" y="399983"/>
                </a:lnTo>
                <a:lnTo>
                  <a:pt x="399791" y="368347"/>
                </a:lnTo>
                <a:lnTo>
                  <a:pt x="432468" y="337800"/>
                </a:lnTo>
                <a:lnTo>
                  <a:pt x="466174" y="308369"/>
                </a:lnTo>
                <a:lnTo>
                  <a:pt x="500877" y="280086"/>
                </a:lnTo>
                <a:lnTo>
                  <a:pt x="536550" y="252978"/>
                </a:lnTo>
                <a:lnTo>
                  <a:pt x="573161" y="227077"/>
                </a:lnTo>
                <a:lnTo>
                  <a:pt x="610682" y="202412"/>
                </a:lnTo>
                <a:lnTo>
                  <a:pt x="649083" y="179012"/>
                </a:lnTo>
                <a:lnTo>
                  <a:pt x="688334" y="156907"/>
                </a:lnTo>
                <a:lnTo>
                  <a:pt x="728405" y="136127"/>
                </a:lnTo>
                <a:lnTo>
                  <a:pt x="769267" y="116701"/>
                </a:lnTo>
                <a:lnTo>
                  <a:pt x="810891" y="98658"/>
                </a:lnTo>
                <a:lnTo>
                  <a:pt x="853247" y="82029"/>
                </a:lnTo>
                <a:lnTo>
                  <a:pt x="896305" y="66844"/>
                </a:lnTo>
                <a:lnTo>
                  <a:pt x="940035" y="53131"/>
                </a:lnTo>
                <a:lnTo>
                  <a:pt x="984408" y="40920"/>
                </a:lnTo>
                <a:lnTo>
                  <a:pt x="1029395" y="30241"/>
                </a:lnTo>
                <a:lnTo>
                  <a:pt x="1074965" y="21124"/>
                </a:lnTo>
                <a:lnTo>
                  <a:pt x="1121089" y="13598"/>
                </a:lnTo>
                <a:lnTo>
                  <a:pt x="1167738" y="7693"/>
                </a:lnTo>
                <a:lnTo>
                  <a:pt x="1214882" y="3439"/>
                </a:lnTo>
                <a:lnTo>
                  <a:pt x="1262491" y="864"/>
                </a:lnTo>
                <a:lnTo>
                  <a:pt x="1310536" y="0"/>
                </a:lnTo>
                <a:lnTo>
                  <a:pt x="1358580" y="864"/>
                </a:lnTo>
                <a:lnTo>
                  <a:pt x="1406189" y="3439"/>
                </a:lnTo>
                <a:lnTo>
                  <a:pt x="1453333" y="7693"/>
                </a:lnTo>
                <a:lnTo>
                  <a:pt x="1499982" y="13598"/>
                </a:lnTo>
                <a:lnTo>
                  <a:pt x="1546106" y="21124"/>
                </a:lnTo>
                <a:lnTo>
                  <a:pt x="1591676" y="30241"/>
                </a:lnTo>
                <a:lnTo>
                  <a:pt x="1636663" y="40920"/>
                </a:lnTo>
                <a:lnTo>
                  <a:pt x="1681036" y="53131"/>
                </a:lnTo>
                <a:lnTo>
                  <a:pt x="1724766" y="66844"/>
                </a:lnTo>
                <a:lnTo>
                  <a:pt x="1767824" y="82029"/>
                </a:lnTo>
                <a:lnTo>
                  <a:pt x="1810180" y="98658"/>
                </a:lnTo>
                <a:lnTo>
                  <a:pt x="1851804" y="116701"/>
                </a:lnTo>
                <a:lnTo>
                  <a:pt x="1892666" y="136127"/>
                </a:lnTo>
                <a:lnTo>
                  <a:pt x="1932737" y="156907"/>
                </a:lnTo>
                <a:lnTo>
                  <a:pt x="1971988" y="179012"/>
                </a:lnTo>
                <a:lnTo>
                  <a:pt x="2010389" y="202412"/>
                </a:lnTo>
                <a:lnTo>
                  <a:pt x="2047910" y="227077"/>
                </a:lnTo>
                <a:lnTo>
                  <a:pt x="2084521" y="252978"/>
                </a:lnTo>
                <a:lnTo>
                  <a:pt x="2120194" y="280086"/>
                </a:lnTo>
                <a:lnTo>
                  <a:pt x="2154897" y="308369"/>
                </a:lnTo>
                <a:lnTo>
                  <a:pt x="2188603" y="337800"/>
                </a:lnTo>
                <a:lnTo>
                  <a:pt x="2221280" y="368347"/>
                </a:lnTo>
                <a:lnTo>
                  <a:pt x="2252901" y="399983"/>
                </a:lnTo>
                <a:lnTo>
                  <a:pt x="2283434" y="432676"/>
                </a:lnTo>
                <a:lnTo>
                  <a:pt x="2312850" y="466398"/>
                </a:lnTo>
                <a:lnTo>
                  <a:pt x="2341120" y="501118"/>
                </a:lnTo>
                <a:lnTo>
                  <a:pt x="2368214" y="536808"/>
                </a:lnTo>
                <a:lnTo>
                  <a:pt x="2394103" y="573437"/>
                </a:lnTo>
                <a:lnTo>
                  <a:pt x="2418756" y="610975"/>
                </a:lnTo>
                <a:lnTo>
                  <a:pt x="2442145" y="649395"/>
                </a:lnTo>
                <a:lnTo>
                  <a:pt x="2464239" y="688664"/>
                </a:lnTo>
                <a:lnTo>
                  <a:pt x="2485010" y="728755"/>
                </a:lnTo>
                <a:lnTo>
                  <a:pt x="2504427" y="769637"/>
                </a:lnTo>
                <a:lnTo>
                  <a:pt x="2522460" y="811281"/>
                </a:lnTo>
                <a:lnTo>
                  <a:pt x="2539081" y="853656"/>
                </a:lnTo>
                <a:lnTo>
                  <a:pt x="2554260" y="896735"/>
                </a:lnTo>
                <a:lnTo>
                  <a:pt x="2567966" y="940486"/>
                </a:lnTo>
                <a:lnTo>
                  <a:pt x="2580171" y="984880"/>
                </a:lnTo>
                <a:lnTo>
                  <a:pt x="2590844" y="1029889"/>
                </a:lnTo>
                <a:lnTo>
                  <a:pt x="2599957" y="1075481"/>
                </a:lnTo>
                <a:lnTo>
                  <a:pt x="2607479" y="1121627"/>
                </a:lnTo>
                <a:lnTo>
                  <a:pt x="2613381" y="1168298"/>
                </a:lnTo>
                <a:lnTo>
                  <a:pt x="2617634" y="1215464"/>
                </a:lnTo>
                <a:lnTo>
                  <a:pt x="2620207" y="1263096"/>
                </a:lnTo>
                <a:lnTo>
                  <a:pt x="2621072" y="1311164"/>
                </a:lnTo>
                <a:lnTo>
                  <a:pt x="2620207" y="1359231"/>
                </a:lnTo>
                <a:lnTo>
                  <a:pt x="2617634" y="1406863"/>
                </a:lnTo>
                <a:lnTo>
                  <a:pt x="2613381" y="1454029"/>
                </a:lnTo>
                <a:lnTo>
                  <a:pt x="2607479" y="1500701"/>
                </a:lnTo>
                <a:lnTo>
                  <a:pt x="2599957" y="1546847"/>
                </a:lnTo>
                <a:lnTo>
                  <a:pt x="2590844" y="1592439"/>
                </a:lnTo>
                <a:lnTo>
                  <a:pt x="2580171" y="1637447"/>
                </a:lnTo>
                <a:lnTo>
                  <a:pt x="2567966" y="1681841"/>
                </a:lnTo>
                <a:lnTo>
                  <a:pt x="2554260" y="1725593"/>
                </a:lnTo>
                <a:lnTo>
                  <a:pt x="2539081" y="1768671"/>
                </a:lnTo>
                <a:lnTo>
                  <a:pt x="2522460" y="1811047"/>
                </a:lnTo>
                <a:lnTo>
                  <a:pt x="2504427" y="1852691"/>
                </a:lnTo>
                <a:lnTo>
                  <a:pt x="2485010" y="1893573"/>
                </a:lnTo>
                <a:lnTo>
                  <a:pt x="2464239" y="1933663"/>
                </a:lnTo>
                <a:lnTo>
                  <a:pt x="2442145" y="1972933"/>
                </a:lnTo>
                <a:lnTo>
                  <a:pt x="2418756" y="2011352"/>
                </a:lnTo>
                <a:lnTo>
                  <a:pt x="2394103" y="2048891"/>
                </a:lnTo>
                <a:lnTo>
                  <a:pt x="2368214" y="2085520"/>
                </a:lnTo>
                <a:lnTo>
                  <a:pt x="2341120" y="2121209"/>
                </a:lnTo>
                <a:lnTo>
                  <a:pt x="2312850" y="2155930"/>
                </a:lnTo>
                <a:lnTo>
                  <a:pt x="2283434" y="2189651"/>
                </a:lnTo>
                <a:lnTo>
                  <a:pt x="2252901" y="2222345"/>
                </a:lnTo>
                <a:lnTo>
                  <a:pt x="2221280" y="2253980"/>
                </a:lnTo>
                <a:lnTo>
                  <a:pt x="2188603" y="2284528"/>
                </a:lnTo>
                <a:lnTo>
                  <a:pt x="2154897" y="2313958"/>
                </a:lnTo>
                <a:lnTo>
                  <a:pt x="2120194" y="2342242"/>
                </a:lnTo>
                <a:lnTo>
                  <a:pt x="2084521" y="2369349"/>
                </a:lnTo>
                <a:lnTo>
                  <a:pt x="2047910" y="2395250"/>
                </a:lnTo>
                <a:lnTo>
                  <a:pt x="2010389" y="2419915"/>
                </a:lnTo>
                <a:lnTo>
                  <a:pt x="1971988" y="2443315"/>
                </a:lnTo>
                <a:lnTo>
                  <a:pt x="1932737" y="2465420"/>
                </a:lnTo>
                <a:lnTo>
                  <a:pt x="1892666" y="2486201"/>
                </a:lnTo>
                <a:lnTo>
                  <a:pt x="1851804" y="2505627"/>
                </a:lnTo>
                <a:lnTo>
                  <a:pt x="1810180" y="2523669"/>
                </a:lnTo>
                <a:lnTo>
                  <a:pt x="1767824" y="2540298"/>
                </a:lnTo>
                <a:lnTo>
                  <a:pt x="1724766" y="2555484"/>
                </a:lnTo>
                <a:lnTo>
                  <a:pt x="1681036" y="2569197"/>
                </a:lnTo>
                <a:lnTo>
                  <a:pt x="1636663" y="2581408"/>
                </a:lnTo>
                <a:lnTo>
                  <a:pt x="1591676" y="2592086"/>
                </a:lnTo>
                <a:lnTo>
                  <a:pt x="1546106" y="2601203"/>
                </a:lnTo>
                <a:lnTo>
                  <a:pt x="1499982" y="2608729"/>
                </a:lnTo>
                <a:lnTo>
                  <a:pt x="1453333" y="2614634"/>
                </a:lnTo>
                <a:lnTo>
                  <a:pt x="1406189" y="2618889"/>
                </a:lnTo>
                <a:lnTo>
                  <a:pt x="1358580" y="2621463"/>
                </a:lnTo>
                <a:lnTo>
                  <a:pt x="1310536" y="2622328"/>
                </a:lnTo>
                <a:lnTo>
                  <a:pt x="1262491" y="2621463"/>
                </a:lnTo>
                <a:lnTo>
                  <a:pt x="1214882" y="2618889"/>
                </a:lnTo>
                <a:lnTo>
                  <a:pt x="1167738" y="2614634"/>
                </a:lnTo>
                <a:lnTo>
                  <a:pt x="1121089" y="2608729"/>
                </a:lnTo>
                <a:lnTo>
                  <a:pt x="1074965" y="2601203"/>
                </a:lnTo>
                <a:lnTo>
                  <a:pt x="1029395" y="2592086"/>
                </a:lnTo>
                <a:lnTo>
                  <a:pt x="984408" y="2581408"/>
                </a:lnTo>
                <a:lnTo>
                  <a:pt x="940035" y="2569197"/>
                </a:lnTo>
                <a:lnTo>
                  <a:pt x="896305" y="2555484"/>
                </a:lnTo>
                <a:lnTo>
                  <a:pt x="853247" y="2540298"/>
                </a:lnTo>
                <a:lnTo>
                  <a:pt x="810891" y="2523669"/>
                </a:lnTo>
                <a:lnTo>
                  <a:pt x="769267" y="2505627"/>
                </a:lnTo>
                <a:lnTo>
                  <a:pt x="728405" y="2486201"/>
                </a:lnTo>
                <a:lnTo>
                  <a:pt x="688334" y="2465420"/>
                </a:lnTo>
                <a:lnTo>
                  <a:pt x="649083" y="2443315"/>
                </a:lnTo>
                <a:lnTo>
                  <a:pt x="610682" y="2419915"/>
                </a:lnTo>
                <a:lnTo>
                  <a:pt x="573161" y="2395250"/>
                </a:lnTo>
                <a:lnTo>
                  <a:pt x="536550" y="2369349"/>
                </a:lnTo>
                <a:lnTo>
                  <a:pt x="500877" y="2342242"/>
                </a:lnTo>
                <a:lnTo>
                  <a:pt x="466174" y="2313958"/>
                </a:lnTo>
                <a:lnTo>
                  <a:pt x="432468" y="2284528"/>
                </a:lnTo>
                <a:lnTo>
                  <a:pt x="399791" y="2253980"/>
                </a:lnTo>
                <a:lnTo>
                  <a:pt x="368170" y="2222345"/>
                </a:lnTo>
                <a:lnTo>
                  <a:pt x="337637" y="2189651"/>
                </a:lnTo>
                <a:lnTo>
                  <a:pt x="308221" y="2155930"/>
                </a:lnTo>
                <a:lnTo>
                  <a:pt x="279951" y="2121209"/>
                </a:lnTo>
                <a:lnTo>
                  <a:pt x="252857" y="2085520"/>
                </a:lnTo>
                <a:lnTo>
                  <a:pt x="226968" y="2048891"/>
                </a:lnTo>
                <a:lnTo>
                  <a:pt x="202315" y="2011352"/>
                </a:lnTo>
                <a:lnTo>
                  <a:pt x="178926" y="1972933"/>
                </a:lnTo>
                <a:lnTo>
                  <a:pt x="156832" y="1933663"/>
                </a:lnTo>
                <a:lnTo>
                  <a:pt x="136061" y="1893573"/>
                </a:lnTo>
                <a:lnTo>
                  <a:pt x="116644" y="1852691"/>
                </a:lnTo>
                <a:lnTo>
                  <a:pt x="98611" y="1811047"/>
                </a:lnTo>
                <a:lnTo>
                  <a:pt x="81990" y="1768671"/>
                </a:lnTo>
                <a:lnTo>
                  <a:pt x="66811" y="1725593"/>
                </a:lnTo>
                <a:lnTo>
                  <a:pt x="53105" y="1681841"/>
                </a:lnTo>
                <a:lnTo>
                  <a:pt x="40900" y="1637447"/>
                </a:lnTo>
                <a:lnTo>
                  <a:pt x="30227" y="1592439"/>
                </a:lnTo>
                <a:lnTo>
                  <a:pt x="21114" y="1546847"/>
                </a:lnTo>
                <a:lnTo>
                  <a:pt x="13592" y="1500701"/>
                </a:lnTo>
                <a:lnTo>
                  <a:pt x="7690" y="1454029"/>
                </a:lnTo>
                <a:lnTo>
                  <a:pt x="3437" y="1406863"/>
                </a:lnTo>
                <a:lnTo>
                  <a:pt x="864" y="1359231"/>
                </a:lnTo>
                <a:lnTo>
                  <a:pt x="0" y="1311164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683352" y="3862500"/>
            <a:ext cx="5328000" cy="5328000"/>
          </a:xfrm>
          <a:custGeom>
            <a:avLst/>
            <a:gdLst/>
            <a:ahLst/>
            <a:cxnLst/>
            <a:rect l="l" t="t" r="r" b="b"/>
            <a:pathLst>
              <a:path w="5359400" h="5363209">
                <a:moveTo>
                  <a:pt x="0" y="2681384"/>
                </a:moveTo>
                <a:lnTo>
                  <a:pt x="424" y="2633195"/>
                </a:lnTo>
                <a:lnTo>
                  <a:pt x="1691" y="2585211"/>
                </a:lnTo>
                <a:lnTo>
                  <a:pt x="3794" y="2537441"/>
                </a:lnTo>
                <a:lnTo>
                  <a:pt x="6727" y="2489890"/>
                </a:lnTo>
                <a:lnTo>
                  <a:pt x="10482" y="2442567"/>
                </a:lnTo>
                <a:lnTo>
                  <a:pt x="15052" y="2395478"/>
                </a:lnTo>
                <a:lnTo>
                  <a:pt x="20430" y="2348630"/>
                </a:lnTo>
                <a:lnTo>
                  <a:pt x="26608" y="2302031"/>
                </a:lnTo>
                <a:lnTo>
                  <a:pt x="33580" y="2255687"/>
                </a:lnTo>
                <a:lnTo>
                  <a:pt x="41339" y="2209606"/>
                </a:lnTo>
                <a:lnTo>
                  <a:pt x="49878" y="2163794"/>
                </a:lnTo>
                <a:lnTo>
                  <a:pt x="59189" y="2118259"/>
                </a:lnTo>
                <a:lnTo>
                  <a:pt x="69265" y="2073008"/>
                </a:lnTo>
                <a:lnTo>
                  <a:pt x="80100" y="2028048"/>
                </a:lnTo>
                <a:lnTo>
                  <a:pt x="91686" y="1983386"/>
                </a:lnTo>
                <a:lnTo>
                  <a:pt x="104016" y="1939029"/>
                </a:lnTo>
                <a:lnTo>
                  <a:pt x="117083" y="1894984"/>
                </a:lnTo>
                <a:lnTo>
                  <a:pt x="130880" y="1851259"/>
                </a:lnTo>
                <a:lnTo>
                  <a:pt x="145400" y="1807859"/>
                </a:lnTo>
                <a:lnTo>
                  <a:pt x="160636" y="1764794"/>
                </a:lnTo>
                <a:lnTo>
                  <a:pt x="176581" y="1722069"/>
                </a:lnTo>
                <a:lnTo>
                  <a:pt x="193227" y="1679691"/>
                </a:lnTo>
                <a:lnTo>
                  <a:pt x="210567" y="1637668"/>
                </a:lnTo>
                <a:lnTo>
                  <a:pt x="228596" y="1596007"/>
                </a:lnTo>
                <a:lnTo>
                  <a:pt x="247304" y="1554715"/>
                </a:lnTo>
                <a:lnTo>
                  <a:pt x="266686" y="1513800"/>
                </a:lnTo>
                <a:lnTo>
                  <a:pt x="286734" y="1473267"/>
                </a:lnTo>
                <a:lnTo>
                  <a:pt x="307441" y="1433124"/>
                </a:lnTo>
                <a:lnTo>
                  <a:pt x="328800" y="1393378"/>
                </a:lnTo>
                <a:lnTo>
                  <a:pt x="350805" y="1354037"/>
                </a:lnTo>
                <a:lnTo>
                  <a:pt x="373447" y="1315108"/>
                </a:lnTo>
                <a:lnTo>
                  <a:pt x="396720" y="1276597"/>
                </a:lnTo>
                <a:lnTo>
                  <a:pt x="420616" y="1238511"/>
                </a:lnTo>
                <a:lnTo>
                  <a:pt x="445129" y="1200859"/>
                </a:lnTo>
                <a:lnTo>
                  <a:pt x="470252" y="1163646"/>
                </a:lnTo>
                <a:lnTo>
                  <a:pt x="495977" y="1126880"/>
                </a:lnTo>
                <a:lnTo>
                  <a:pt x="522298" y="1090568"/>
                </a:lnTo>
                <a:lnTo>
                  <a:pt x="549207" y="1054717"/>
                </a:lnTo>
                <a:lnTo>
                  <a:pt x="576697" y="1019334"/>
                </a:lnTo>
                <a:lnTo>
                  <a:pt x="604761" y="984427"/>
                </a:lnTo>
                <a:lnTo>
                  <a:pt x="633392" y="950001"/>
                </a:lnTo>
                <a:lnTo>
                  <a:pt x="662583" y="916066"/>
                </a:lnTo>
                <a:lnTo>
                  <a:pt x="692327" y="882627"/>
                </a:lnTo>
                <a:lnTo>
                  <a:pt x="722617" y="849691"/>
                </a:lnTo>
                <a:lnTo>
                  <a:pt x="753445" y="817266"/>
                </a:lnTo>
                <a:lnTo>
                  <a:pt x="784805" y="785359"/>
                </a:lnTo>
                <a:lnTo>
                  <a:pt x="816690" y="753977"/>
                </a:lnTo>
                <a:lnTo>
                  <a:pt x="849092" y="723127"/>
                </a:lnTo>
                <a:lnTo>
                  <a:pt x="882004" y="692816"/>
                </a:lnTo>
                <a:lnTo>
                  <a:pt x="915420" y="663051"/>
                </a:lnTo>
                <a:lnTo>
                  <a:pt x="949332" y="633839"/>
                </a:lnTo>
                <a:lnTo>
                  <a:pt x="983733" y="605188"/>
                </a:lnTo>
                <a:lnTo>
                  <a:pt x="1018616" y="577104"/>
                </a:lnTo>
                <a:lnTo>
                  <a:pt x="1053974" y="549594"/>
                </a:lnTo>
                <a:lnTo>
                  <a:pt x="1089799" y="522667"/>
                </a:lnTo>
                <a:lnTo>
                  <a:pt x="1126086" y="496327"/>
                </a:lnTo>
                <a:lnTo>
                  <a:pt x="1162826" y="470584"/>
                </a:lnTo>
                <a:lnTo>
                  <a:pt x="1200013" y="445444"/>
                </a:lnTo>
                <a:lnTo>
                  <a:pt x="1237639" y="420913"/>
                </a:lnTo>
                <a:lnTo>
                  <a:pt x="1275697" y="397000"/>
                </a:lnTo>
                <a:lnTo>
                  <a:pt x="1314181" y="373710"/>
                </a:lnTo>
                <a:lnTo>
                  <a:pt x="1353084" y="351052"/>
                </a:lnTo>
                <a:lnTo>
                  <a:pt x="1392397" y="329033"/>
                </a:lnTo>
                <a:lnTo>
                  <a:pt x="1432115" y="307658"/>
                </a:lnTo>
                <a:lnTo>
                  <a:pt x="1472229" y="286937"/>
                </a:lnTo>
                <a:lnTo>
                  <a:pt x="1512734" y="266874"/>
                </a:lnTo>
                <a:lnTo>
                  <a:pt x="1553621" y="247479"/>
                </a:lnTo>
                <a:lnTo>
                  <a:pt x="1594884" y="228757"/>
                </a:lnTo>
                <a:lnTo>
                  <a:pt x="1636515" y="210716"/>
                </a:lnTo>
                <a:lnTo>
                  <a:pt x="1678509" y="193363"/>
                </a:lnTo>
                <a:lnTo>
                  <a:pt x="1720856" y="176705"/>
                </a:lnTo>
                <a:lnTo>
                  <a:pt x="1763552" y="160749"/>
                </a:lnTo>
                <a:lnTo>
                  <a:pt x="1806587" y="145503"/>
                </a:lnTo>
                <a:lnTo>
                  <a:pt x="1849956" y="130973"/>
                </a:lnTo>
                <a:lnTo>
                  <a:pt x="1893650" y="117166"/>
                </a:lnTo>
                <a:lnTo>
                  <a:pt x="1937664" y="104089"/>
                </a:lnTo>
                <a:lnTo>
                  <a:pt x="1981990" y="91751"/>
                </a:lnTo>
                <a:lnTo>
                  <a:pt x="2026621" y="80157"/>
                </a:lnTo>
                <a:lnTo>
                  <a:pt x="2071550" y="69314"/>
                </a:lnTo>
                <a:lnTo>
                  <a:pt x="2116769" y="59231"/>
                </a:lnTo>
                <a:lnTo>
                  <a:pt x="2162272" y="49913"/>
                </a:lnTo>
                <a:lnTo>
                  <a:pt x="2208051" y="41369"/>
                </a:lnTo>
                <a:lnTo>
                  <a:pt x="2254100" y="33604"/>
                </a:lnTo>
                <a:lnTo>
                  <a:pt x="2300412" y="26627"/>
                </a:lnTo>
                <a:lnTo>
                  <a:pt x="2346979" y="20444"/>
                </a:lnTo>
                <a:lnTo>
                  <a:pt x="2393794" y="15063"/>
                </a:lnTo>
                <a:lnTo>
                  <a:pt x="2440850" y="10489"/>
                </a:lnTo>
                <a:lnTo>
                  <a:pt x="2488140" y="6732"/>
                </a:lnTo>
                <a:lnTo>
                  <a:pt x="2535657" y="3797"/>
                </a:lnTo>
                <a:lnTo>
                  <a:pt x="2583394" y="1692"/>
                </a:lnTo>
                <a:lnTo>
                  <a:pt x="2631344" y="424"/>
                </a:lnTo>
                <a:lnTo>
                  <a:pt x="2679499" y="0"/>
                </a:lnTo>
                <a:lnTo>
                  <a:pt x="2727655" y="424"/>
                </a:lnTo>
                <a:lnTo>
                  <a:pt x="2775604" y="1692"/>
                </a:lnTo>
                <a:lnTo>
                  <a:pt x="2823341" y="3797"/>
                </a:lnTo>
                <a:lnTo>
                  <a:pt x="2870858" y="6732"/>
                </a:lnTo>
                <a:lnTo>
                  <a:pt x="2918149" y="10489"/>
                </a:lnTo>
                <a:lnTo>
                  <a:pt x="2965205" y="15063"/>
                </a:lnTo>
                <a:lnTo>
                  <a:pt x="3012020" y="20444"/>
                </a:lnTo>
                <a:lnTo>
                  <a:pt x="3058586" y="26627"/>
                </a:lnTo>
                <a:lnTo>
                  <a:pt x="3104898" y="33604"/>
                </a:lnTo>
                <a:lnTo>
                  <a:pt x="3150947" y="41369"/>
                </a:lnTo>
                <a:lnTo>
                  <a:pt x="3196726" y="49913"/>
                </a:lnTo>
                <a:lnTo>
                  <a:pt x="3242229" y="59231"/>
                </a:lnTo>
                <a:lnTo>
                  <a:pt x="3287448" y="69314"/>
                </a:lnTo>
                <a:lnTo>
                  <a:pt x="3332377" y="80157"/>
                </a:lnTo>
                <a:lnTo>
                  <a:pt x="3377008" y="91751"/>
                </a:lnTo>
                <a:lnTo>
                  <a:pt x="3421334" y="104089"/>
                </a:lnTo>
                <a:lnTo>
                  <a:pt x="3465348" y="117166"/>
                </a:lnTo>
                <a:lnTo>
                  <a:pt x="3509043" y="130973"/>
                </a:lnTo>
                <a:lnTo>
                  <a:pt x="3552411" y="145503"/>
                </a:lnTo>
                <a:lnTo>
                  <a:pt x="3595447" y="160749"/>
                </a:lnTo>
                <a:lnTo>
                  <a:pt x="3638142" y="176705"/>
                </a:lnTo>
                <a:lnTo>
                  <a:pt x="3680489" y="193363"/>
                </a:lnTo>
                <a:lnTo>
                  <a:pt x="3722483" y="210716"/>
                </a:lnTo>
                <a:lnTo>
                  <a:pt x="3764114" y="228757"/>
                </a:lnTo>
                <a:lnTo>
                  <a:pt x="3805377" y="247479"/>
                </a:lnTo>
                <a:lnTo>
                  <a:pt x="3846265" y="266874"/>
                </a:lnTo>
                <a:lnTo>
                  <a:pt x="3886769" y="286937"/>
                </a:lnTo>
                <a:lnTo>
                  <a:pt x="3926883" y="307658"/>
                </a:lnTo>
                <a:lnTo>
                  <a:pt x="3966601" y="329033"/>
                </a:lnTo>
                <a:lnTo>
                  <a:pt x="4005914" y="351052"/>
                </a:lnTo>
                <a:lnTo>
                  <a:pt x="4044817" y="373710"/>
                </a:lnTo>
                <a:lnTo>
                  <a:pt x="4083301" y="397000"/>
                </a:lnTo>
                <a:lnTo>
                  <a:pt x="4121359" y="420913"/>
                </a:lnTo>
                <a:lnTo>
                  <a:pt x="4158986" y="445444"/>
                </a:lnTo>
                <a:lnTo>
                  <a:pt x="4196172" y="470584"/>
                </a:lnTo>
                <a:lnTo>
                  <a:pt x="4232912" y="496327"/>
                </a:lnTo>
                <a:lnTo>
                  <a:pt x="4269199" y="522667"/>
                </a:lnTo>
                <a:lnTo>
                  <a:pt x="4305025" y="549594"/>
                </a:lnTo>
                <a:lnTo>
                  <a:pt x="4340382" y="577104"/>
                </a:lnTo>
                <a:lnTo>
                  <a:pt x="4375265" y="605188"/>
                </a:lnTo>
                <a:lnTo>
                  <a:pt x="4409666" y="633839"/>
                </a:lnTo>
                <a:lnTo>
                  <a:pt x="4443578" y="663051"/>
                </a:lnTo>
                <a:lnTo>
                  <a:pt x="4476994" y="692816"/>
                </a:lnTo>
                <a:lnTo>
                  <a:pt x="4509906" y="723127"/>
                </a:lnTo>
                <a:lnTo>
                  <a:pt x="4542308" y="753977"/>
                </a:lnTo>
                <a:lnTo>
                  <a:pt x="4574193" y="785359"/>
                </a:lnTo>
                <a:lnTo>
                  <a:pt x="4605553" y="817266"/>
                </a:lnTo>
                <a:lnTo>
                  <a:pt x="4636381" y="849691"/>
                </a:lnTo>
                <a:lnTo>
                  <a:pt x="4666671" y="882627"/>
                </a:lnTo>
                <a:lnTo>
                  <a:pt x="4696415" y="916066"/>
                </a:lnTo>
                <a:lnTo>
                  <a:pt x="4725606" y="950001"/>
                </a:lnTo>
                <a:lnTo>
                  <a:pt x="4754237" y="984427"/>
                </a:lnTo>
                <a:lnTo>
                  <a:pt x="4782301" y="1019334"/>
                </a:lnTo>
                <a:lnTo>
                  <a:pt x="4809791" y="1054717"/>
                </a:lnTo>
                <a:lnTo>
                  <a:pt x="4836700" y="1090568"/>
                </a:lnTo>
                <a:lnTo>
                  <a:pt x="4863021" y="1126880"/>
                </a:lnTo>
                <a:lnTo>
                  <a:pt x="4888746" y="1163646"/>
                </a:lnTo>
                <a:lnTo>
                  <a:pt x="4913869" y="1200859"/>
                </a:lnTo>
                <a:lnTo>
                  <a:pt x="4938382" y="1238511"/>
                </a:lnTo>
                <a:lnTo>
                  <a:pt x="4962278" y="1276597"/>
                </a:lnTo>
                <a:lnTo>
                  <a:pt x="4985551" y="1315108"/>
                </a:lnTo>
                <a:lnTo>
                  <a:pt x="5008193" y="1354037"/>
                </a:lnTo>
                <a:lnTo>
                  <a:pt x="5030198" y="1393378"/>
                </a:lnTo>
                <a:lnTo>
                  <a:pt x="5051557" y="1433124"/>
                </a:lnTo>
                <a:lnTo>
                  <a:pt x="5072264" y="1473267"/>
                </a:lnTo>
                <a:lnTo>
                  <a:pt x="5092312" y="1513800"/>
                </a:lnTo>
                <a:lnTo>
                  <a:pt x="5111694" y="1554715"/>
                </a:lnTo>
                <a:lnTo>
                  <a:pt x="5130403" y="1596007"/>
                </a:lnTo>
                <a:lnTo>
                  <a:pt x="5148431" y="1637668"/>
                </a:lnTo>
                <a:lnTo>
                  <a:pt x="5165771" y="1679691"/>
                </a:lnTo>
                <a:lnTo>
                  <a:pt x="5182418" y="1722069"/>
                </a:lnTo>
                <a:lnTo>
                  <a:pt x="5198362" y="1764794"/>
                </a:lnTo>
                <a:lnTo>
                  <a:pt x="5213598" y="1807859"/>
                </a:lnTo>
                <a:lnTo>
                  <a:pt x="5228118" y="1851259"/>
                </a:lnTo>
                <a:lnTo>
                  <a:pt x="5241915" y="1894984"/>
                </a:lnTo>
                <a:lnTo>
                  <a:pt x="5254982" y="1939029"/>
                </a:lnTo>
                <a:lnTo>
                  <a:pt x="5267312" y="1983386"/>
                </a:lnTo>
                <a:lnTo>
                  <a:pt x="5278898" y="2028048"/>
                </a:lnTo>
                <a:lnTo>
                  <a:pt x="5289733" y="2073008"/>
                </a:lnTo>
                <a:lnTo>
                  <a:pt x="5299809" y="2118259"/>
                </a:lnTo>
                <a:lnTo>
                  <a:pt x="5309120" y="2163794"/>
                </a:lnTo>
                <a:lnTo>
                  <a:pt x="5317659" y="2209606"/>
                </a:lnTo>
                <a:lnTo>
                  <a:pt x="5325418" y="2255687"/>
                </a:lnTo>
                <a:lnTo>
                  <a:pt x="5332390" y="2302031"/>
                </a:lnTo>
                <a:lnTo>
                  <a:pt x="5338569" y="2348630"/>
                </a:lnTo>
                <a:lnTo>
                  <a:pt x="5343946" y="2395478"/>
                </a:lnTo>
                <a:lnTo>
                  <a:pt x="5348516" y="2442567"/>
                </a:lnTo>
                <a:lnTo>
                  <a:pt x="5352271" y="2489890"/>
                </a:lnTo>
                <a:lnTo>
                  <a:pt x="5355204" y="2537441"/>
                </a:lnTo>
                <a:lnTo>
                  <a:pt x="5357307" y="2585211"/>
                </a:lnTo>
                <a:lnTo>
                  <a:pt x="5358575" y="2633195"/>
                </a:lnTo>
                <a:lnTo>
                  <a:pt x="5358999" y="2681384"/>
                </a:lnTo>
                <a:lnTo>
                  <a:pt x="5358575" y="2729573"/>
                </a:lnTo>
                <a:lnTo>
                  <a:pt x="5357307" y="2777556"/>
                </a:lnTo>
                <a:lnTo>
                  <a:pt x="5355204" y="2825327"/>
                </a:lnTo>
                <a:lnTo>
                  <a:pt x="5352271" y="2872877"/>
                </a:lnTo>
                <a:lnTo>
                  <a:pt x="5348516" y="2920201"/>
                </a:lnTo>
                <a:lnTo>
                  <a:pt x="5343946" y="2967290"/>
                </a:lnTo>
                <a:lnTo>
                  <a:pt x="5338569" y="3014137"/>
                </a:lnTo>
                <a:lnTo>
                  <a:pt x="5332390" y="3060737"/>
                </a:lnTo>
                <a:lnTo>
                  <a:pt x="5325418" y="3107081"/>
                </a:lnTo>
                <a:lnTo>
                  <a:pt x="5317659" y="3153162"/>
                </a:lnTo>
                <a:lnTo>
                  <a:pt x="5309120" y="3198974"/>
                </a:lnTo>
                <a:lnTo>
                  <a:pt x="5299809" y="3244508"/>
                </a:lnTo>
                <a:lnTo>
                  <a:pt x="5289733" y="3289760"/>
                </a:lnTo>
                <a:lnTo>
                  <a:pt x="5278898" y="3334720"/>
                </a:lnTo>
                <a:lnTo>
                  <a:pt x="5267312" y="3379382"/>
                </a:lnTo>
                <a:lnTo>
                  <a:pt x="5254982" y="3423739"/>
                </a:lnTo>
                <a:lnTo>
                  <a:pt x="5241915" y="3467784"/>
                </a:lnTo>
                <a:lnTo>
                  <a:pt x="5228118" y="3511509"/>
                </a:lnTo>
                <a:lnTo>
                  <a:pt x="5213598" y="3554908"/>
                </a:lnTo>
                <a:lnTo>
                  <a:pt x="5198362" y="3597974"/>
                </a:lnTo>
                <a:lnTo>
                  <a:pt x="5182418" y="3640699"/>
                </a:lnTo>
                <a:lnTo>
                  <a:pt x="5165771" y="3683077"/>
                </a:lnTo>
                <a:lnTo>
                  <a:pt x="5148431" y="3725099"/>
                </a:lnTo>
                <a:lnTo>
                  <a:pt x="5130403" y="3766760"/>
                </a:lnTo>
                <a:lnTo>
                  <a:pt x="5111694" y="3808052"/>
                </a:lnTo>
                <a:lnTo>
                  <a:pt x="5092312" y="3848968"/>
                </a:lnTo>
                <a:lnTo>
                  <a:pt x="5072264" y="3889501"/>
                </a:lnTo>
                <a:lnTo>
                  <a:pt x="5051557" y="3929644"/>
                </a:lnTo>
                <a:lnTo>
                  <a:pt x="5030198" y="3969389"/>
                </a:lnTo>
                <a:lnTo>
                  <a:pt x="5008193" y="4008730"/>
                </a:lnTo>
                <a:lnTo>
                  <a:pt x="4985551" y="4047660"/>
                </a:lnTo>
                <a:lnTo>
                  <a:pt x="4962278" y="4086171"/>
                </a:lnTo>
                <a:lnTo>
                  <a:pt x="4938382" y="4124256"/>
                </a:lnTo>
                <a:lnTo>
                  <a:pt x="4913869" y="4161909"/>
                </a:lnTo>
                <a:lnTo>
                  <a:pt x="4888746" y="4199122"/>
                </a:lnTo>
                <a:lnTo>
                  <a:pt x="4863021" y="4235888"/>
                </a:lnTo>
                <a:lnTo>
                  <a:pt x="4836700" y="4272200"/>
                </a:lnTo>
                <a:lnTo>
                  <a:pt x="4809791" y="4308051"/>
                </a:lnTo>
                <a:lnTo>
                  <a:pt x="4782301" y="4343434"/>
                </a:lnTo>
                <a:lnTo>
                  <a:pt x="4754237" y="4378341"/>
                </a:lnTo>
                <a:lnTo>
                  <a:pt x="4725606" y="4412766"/>
                </a:lnTo>
                <a:lnTo>
                  <a:pt x="4696415" y="4446702"/>
                </a:lnTo>
                <a:lnTo>
                  <a:pt x="4666671" y="4480141"/>
                </a:lnTo>
                <a:lnTo>
                  <a:pt x="4636381" y="4513077"/>
                </a:lnTo>
                <a:lnTo>
                  <a:pt x="4605553" y="4545502"/>
                </a:lnTo>
                <a:lnTo>
                  <a:pt x="4574193" y="4577409"/>
                </a:lnTo>
                <a:lnTo>
                  <a:pt x="4542308" y="4608791"/>
                </a:lnTo>
                <a:lnTo>
                  <a:pt x="4509906" y="4639641"/>
                </a:lnTo>
                <a:lnTo>
                  <a:pt x="4476994" y="4669952"/>
                </a:lnTo>
                <a:lnTo>
                  <a:pt x="4443578" y="4699717"/>
                </a:lnTo>
                <a:lnTo>
                  <a:pt x="4409666" y="4728929"/>
                </a:lnTo>
                <a:lnTo>
                  <a:pt x="4375265" y="4757580"/>
                </a:lnTo>
                <a:lnTo>
                  <a:pt x="4340382" y="4785664"/>
                </a:lnTo>
                <a:lnTo>
                  <a:pt x="4305025" y="4813173"/>
                </a:lnTo>
                <a:lnTo>
                  <a:pt x="4269199" y="4840101"/>
                </a:lnTo>
                <a:lnTo>
                  <a:pt x="4232912" y="4866440"/>
                </a:lnTo>
                <a:lnTo>
                  <a:pt x="4196172" y="4892184"/>
                </a:lnTo>
                <a:lnTo>
                  <a:pt x="4158986" y="4917324"/>
                </a:lnTo>
                <a:lnTo>
                  <a:pt x="4121359" y="4941855"/>
                </a:lnTo>
                <a:lnTo>
                  <a:pt x="4083301" y="4965768"/>
                </a:lnTo>
                <a:lnTo>
                  <a:pt x="4044817" y="4989057"/>
                </a:lnTo>
                <a:lnTo>
                  <a:pt x="4005914" y="5011715"/>
                </a:lnTo>
                <a:lnTo>
                  <a:pt x="3966601" y="5033735"/>
                </a:lnTo>
                <a:lnTo>
                  <a:pt x="3926883" y="5055109"/>
                </a:lnTo>
                <a:lnTo>
                  <a:pt x="3886769" y="5075831"/>
                </a:lnTo>
                <a:lnTo>
                  <a:pt x="3846265" y="5095893"/>
                </a:lnTo>
                <a:lnTo>
                  <a:pt x="3805377" y="5115289"/>
                </a:lnTo>
                <a:lnTo>
                  <a:pt x="3764114" y="5134011"/>
                </a:lnTo>
                <a:lnTo>
                  <a:pt x="3722483" y="5152052"/>
                </a:lnTo>
                <a:lnTo>
                  <a:pt x="3680489" y="5169405"/>
                </a:lnTo>
                <a:lnTo>
                  <a:pt x="3638142" y="5186062"/>
                </a:lnTo>
                <a:lnTo>
                  <a:pt x="3595447" y="5202018"/>
                </a:lnTo>
                <a:lnTo>
                  <a:pt x="3552411" y="5217265"/>
                </a:lnTo>
                <a:lnTo>
                  <a:pt x="3509043" y="5231795"/>
                </a:lnTo>
                <a:lnTo>
                  <a:pt x="3465348" y="5245602"/>
                </a:lnTo>
                <a:lnTo>
                  <a:pt x="3421334" y="5258678"/>
                </a:lnTo>
                <a:lnTo>
                  <a:pt x="3377008" y="5271017"/>
                </a:lnTo>
                <a:lnTo>
                  <a:pt x="3332377" y="5282611"/>
                </a:lnTo>
                <a:lnTo>
                  <a:pt x="3287448" y="5293453"/>
                </a:lnTo>
                <a:lnTo>
                  <a:pt x="3242229" y="5303537"/>
                </a:lnTo>
                <a:lnTo>
                  <a:pt x="3196726" y="5312855"/>
                </a:lnTo>
                <a:lnTo>
                  <a:pt x="3150947" y="5321399"/>
                </a:lnTo>
                <a:lnTo>
                  <a:pt x="3104898" y="5329163"/>
                </a:lnTo>
                <a:lnTo>
                  <a:pt x="3058586" y="5336141"/>
                </a:lnTo>
                <a:lnTo>
                  <a:pt x="3012020" y="5342324"/>
                </a:lnTo>
                <a:lnTo>
                  <a:pt x="2965205" y="5347705"/>
                </a:lnTo>
                <a:lnTo>
                  <a:pt x="2918149" y="5352278"/>
                </a:lnTo>
                <a:lnTo>
                  <a:pt x="2870858" y="5356036"/>
                </a:lnTo>
                <a:lnTo>
                  <a:pt x="2823341" y="5358970"/>
                </a:lnTo>
                <a:lnTo>
                  <a:pt x="2775604" y="5361076"/>
                </a:lnTo>
                <a:lnTo>
                  <a:pt x="2727655" y="5362344"/>
                </a:lnTo>
                <a:lnTo>
                  <a:pt x="2679499" y="5362768"/>
                </a:lnTo>
                <a:lnTo>
                  <a:pt x="2631344" y="5362344"/>
                </a:lnTo>
                <a:lnTo>
                  <a:pt x="2583394" y="5361076"/>
                </a:lnTo>
                <a:lnTo>
                  <a:pt x="2535657" y="5358970"/>
                </a:lnTo>
                <a:lnTo>
                  <a:pt x="2488140" y="5356036"/>
                </a:lnTo>
                <a:lnTo>
                  <a:pt x="2440850" y="5352278"/>
                </a:lnTo>
                <a:lnTo>
                  <a:pt x="2393794" y="5347705"/>
                </a:lnTo>
                <a:lnTo>
                  <a:pt x="2346979" y="5342324"/>
                </a:lnTo>
                <a:lnTo>
                  <a:pt x="2300412" y="5336141"/>
                </a:lnTo>
                <a:lnTo>
                  <a:pt x="2254100" y="5329163"/>
                </a:lnTo>
                <a:lnTo>
                  <a:pt x="2208051" y="5321399"/>
                </a:lnTo>
                <a:lnTo>
                  <a:pt x="2162272" y="5312855"/>
                </a:lnTo>
                <a:lnTo>
                  <a:pt x="2116769" y="5303537"/>
                </a:lnTo>
                <a:lnTo>
                  <a:pt x="2071550" y="5293453"/>
                </a:lnTo>
                <a:lnTo>
                  <a:pt x="2026621" y="5282611"/>
                </a:lnTo>
                <a:lnTo>
                  <a:pt x="1981990" y="5271017"/>
                </a:lnTo>
                <a:lnTo>
                  <a:pt x="1937664" y="5258678"/>
                </a:lnTo>
                <a:lnTo>
                  <a:pt x="1893650" y="5245602"/>
                </a:lnTo>
                <a:lnTo>
                  <a:pt x="1849956" y="5231795"/>
                </a:lnTo>
                <a:lnTo>
                  <a:pt x="1806587" y="5217265"/>
                </a:lnTo>
                <a:lnTo>
                  <a:pt x="1763552" y="5202018"/>
                </a:lnTo>
                <a:lnTo>
                  <a:pt x="1720856" y="5186062"/>
                </a:lnTo>
                <a:lnTo>
                  <a:pt x="1678509" y="5169405"/>
                </a:lnTo>
                <a:lnTo>
                  <a:pt x="1636515" y="5152052"/>
                </a:lnTo>
                <a:lnTo>
                  <a:pt x="1594884" y="5134011"/>
                </a:lnTo>
                <a:lnTo>
                  <a:pt x="1553621" y="5115289"/>
                </a:lnTo>
                <a:lnTo>
                  <a:pt x="1512734" y="5095893"/>
                </a:lnTo>
                <a:lnTo>
                  <a:pt x="1472229" y="5075831"/>
                </a:lnTo>
                <a:lnTo>
                  <a:pt x="1432115" y="5055109"/>
                </a:lnTo>
                <a:lnTo>
                  <a:pt x="1392397" y="5033735"/>
                </a:lnTo>
                <a:lnTo>
                  <a:pt x="1353084" y="5011715"/>
                </a:lnTo>
                <a:lnTo>
                  <a:pt x="1314181" y="4989057"/>
                </a:lnTo>
                <a:lnTo>
                  <a:pt x="1275697" y="4965768"/>
                </a:lnTo>
                <a:lnTo>
                  <a:pt x="1237639" y="4941855"/>
                </a:lnTo>
                <a:lnTo>
                  <a:pt x="1200013" y="4917324"/>
                </a:lnTo>
                <a:lnTo>
                  <a:pt x="1162826" y="4892184"/>
                </a:lnTo>
                <a:lnTo>
                  <a:pt x="1126086" y="4866440"/>
                </a:lnTo>
                <a:lnTo>
                  <a:pt x="1089799" y="4840101"/>
                </a:lnTo>
                <a:lnTo>
                  <a:pt x="1053974" y="4813173"/>
                </a:lnTo>
                <a:lnTo>
                  <a:pt x="1018616" y="4785664"/>
                </a:lnTo>
                <a:lnTo>
                  <a:pt x="983733" y="4757580"/>
                </a:lnTo>
                <a:lnTo>
                  <a:pt x="949332" y="4728929"/>
                </a:lnTo>
                <a:lnTo>
                  <a:pt x="915420" y="4699717"/>
                </a:lnTo>
                <a:lnTo>
                  <a:pt x="882004" y="4669952"/>
                </a:lnTo>
                <a:lnTo>
                  <a:pt x="849092" y="4639641"/>
                </a:lnTo>
                <a:lnTo>
                  <a:pt x="816690" y="4608791"/>
                </a:lnTo>
                <a:lnTo>
                  <a:pt x="784805" y="4577409"/>
                </a:lnTo>
                <a:lnTo>
                  <a:pt x="753445" y="4545502"/>
                </a:lnTo>
                <a:lnTo>
                  <a:pt x="722617" y="4513077"/>
                </a:lnTo>
                <a:lnTo>
                  <a:pt x="692327" y="4480141"/>
                </a:lnTo>
                <a:lnTo>
                  <a:pt x="662583" y="4446702"/>
                </a:lnTo>
                <a:lnTo>
                  <a:pt x="633392" y="4412766"/>
                </a:lnTo>
                <a:lnTo>
                  <a:pt x="604761" y="4378341"/>
                </a:lnTo>
                <a:lnTo>
                  <a:pt x="576697" y="4343434"/>
                </a:lnTo>
                <a:lnTo>
                  <a:pt x="549207" y="4308051"/>
                </a:lnTo>
                <a:lnTo>
                  <a:pt x="522298" y="4272200"/>
                </a:lnTo>
                <a:lnTo>
                  <a:pt x="495977" y="4235888"/>
                </a:lnTo>
                <a:lnTo>
                  <a:pt x="470252" y="4199122"/>
                </a:lnTo>
                <a:lnTo>
                  <a:pt x="445129" y="4161909"/>
                </a:lnTo>
                <a:lnTo>
                  <a:pt x="420616" y="4124256"/>
                </a:lnTo>
                <a:lnTo>
                  <a:pt x="396720" y="4086171"/>
                </a:lnTo>
                <a:lnTo>
                  <a:pt x="373447" y="4047660"/>
                </a:lnTo>
                <a:lnTo>
                  <a:pt x="350805" y="4008730"/>
                </a:lnTo>
                <a:lnTo>
                  <a:pt x="328800" y="3969389"/>
                </a:lnTo>
                <a:lnTo>
                  <a:pt x="307441" y="3929644"/>
                </a:lnTo>
                <a:lnTo>
                  <a:pt x="286734" y="3889501"/>
                </a:lnTo>
                <a:lnTo>
                  <a:pt x="266686" y="3848968"/>
                </a:lnTo>
                <a:lnTo>
                  <a:pt x="247304" y="3808052"/>
                </a:lnTo>
                <a:lnTo>
                  <a:pt x="228596" y="3766760"/>
                </a:lnTo>
                <a:lnTo>
                  <a:pt x="210567" y="3725099"/>
                </a:lnTo>
                <a:lnTo>
                  <a:pt x="193227" y="3683077"/>
                </a:lnTo>
                <a:lnTo>
                  <a:pt x="176581" y="3640699"/>
                </a:lnTo>
                <a:lnTo>
                  <a:pt x="160636" y="3597974"/>
                </a:lnTo>
                <a:lnTo>
                  <a:pt x="145400" y="3554908"/>
                </a:lnTo>
                <a:lnTo>
                  <a:pt x="130880" y="3511509"/>
                </a:lnTo>
                <a:lnTo>
                  <a:pt x="117083" y="3467784"/>
                </a:lnTo>
                <a:lnTo>
                  <a:pt x="104016" y="3423739"/>
                </a:lnTo>
                <a:lnTo>
                  <a:pt x="91686" y="3379382"/>
                </a:lnTo>
                <a:lnTo>
                  <a:pt x="80100" y="3334720"/>
                </a:lnTo>
                <a:lnTo>
                  <a:pt x="69265" y="3289760"/>
                </a:lnTo>
                <a:lnTo>
                  <a:pt x="59189" y="3244508"/>
                </a:lnTo>
                <a:lnTo>
                  <a:pt x="49878" y="3198974"/>
                </a:lnTo>
                <a:lnTo>
                  <a:pt x="41339" y="3153162"/>
                </a:lnTo>
                <a:lnTo>
                  <a:pt x="33580" y="3107081"/>
                </a:lnTo>
                <a:lnTo>
                  <a:pt x="26608" y="3060737"/>
                </a:lnTo>
                <a:lnTo>
                  <a:pt x="20430" y="3014137"/>
                </a:lnTo>
                <a:lnTo>
                  <a:pt x="15052" y="2967290"/>
                </a:lnTo>
                <a:lnTo>
                  <a:pt x="10482" y="2920201"/>
                </a:lnTo>
                <a:lnTo>
                  <a:pt x="6727" y="2872877"/>
                </a:lnTo>
                <a:lnTo>
                  <a:pt x="3794" y="2825327"/>
                </a:lnTo>
                <a:lnTo>
                  <a:pt x="1691" y="2777556"/>
                </a:lnTo>
                <a:lnTo>
                  <a:pt x="424" y="2729573"/>
                </a:lnTo>
                <a:lnTo>
                  <a:pt x="0" y="2681384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289504" y="4679796"/>
            <a:ext cx="4181475" cy="37103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89990">
              <a:lnSpc>
                <a:spcPts val="3320"/>
              </a:lnSpc>
              <a:spcBef>
                <a:spcPts val="114"/>
              </a:spcBef>
            </a:pPr>
            <a:endParaRPr sz="2950" dirty="0">
              <a:latin typeface="Montserrat"/>
              <a:cs typeface="Montserrat"/>
            </a:endParaRPr>
          </a:p>
          <a:p>
            <a:pPr algn="ctr">
              <a:lnSpc>
                <a:spcPts val="4100"/>
              </a:lnSpc>
            </a:pPr>
            <a:r>
              <a:rPr sz="3600" b="1" dirty="0">
                <a:solidFill>
                  <a:srgbClr val="009446"/>
                </a:solidFill>
                <a:latin typeface="Montserrat"/>
                <a:cs typeface="Montserrat"/>
              </a:rPr>
              <a:t>Green</a:t>
            </a:r>
            <a:r>
              <a:rPr sz="3600" b="1" spc="-35" dirty="0">
                <a:solidFill>
                  <a:srgbClr val="009446"/>
                </a:solidFill>
                <a:latin typeface="Montserrat"/>
                <a:cs typeface="Montserrat"/>
              </a:rPr>
              <a:t> </a:t>
            </a:r>
            <a:r>
              <a:rPr sz="3600" b="1" dirty="0">
                <a:solidFill>
                  <a:srgbClr val="009446"/>
                </a:solidFill>
                <a:latin typeface="Montserrat"/>
                <a:cs typeface="Montserrat"/>
              </a:rPr>
              <a:t>Key</a:t>
            </a:r>
            <a:r>
              <a:rPr sz="3600" b="1" spc="-15" dirty="0">
                <a:solidFill>
                  <a:srgbClr val="009446"/>
                </a:solidFill>
                <a:latin typeface="Montserrat"/>
                <a:cs typeface="Montserrat"/>
              </a:rPr>
              <a:t> </a:t>
            </a:r>
            <a:r>
              <a:rPr sz="3600" b="1" spc="-10" dirty="0">
                <a:solidFill>
                  <a:srgbClr val="009446"/>
                </a:solidFill>
                <a:latin typeface="Montserrat"/>
                <a:cs typeface="Montserrat"/>
              </a:rPr>
              <a:t>Global</a:t>
            </a:r>
            <a:endParaRPr sz="3600" dirty="0">
              <a:latin typeface="Montserrat"/>
              <a:cs typeface="Montserrat"/>
            </a:endParaRPr>
          </a:p>
          <a:p>
            <a:pPr marL="77470" marR="68580" indent="-635" algn="ctr">
              <a:lnSpc>
                <a:spcPct val="100600"/>
              </a:lnSpc>
              <a:spcBef>
                <a:spcPts val="30"/>
              </a:spcBef>
            </a:pPr>
            <a:r>
              <a:rPr sz="2950" dirty="0">
                <a:latin typeface="Montserrat"/>
                <a:cs typeface="Montserrat"/>
              </a:rPr>
              <a:t>is</a:t>
            </a:r>
            <a:r>
              <a:rPr lang="en-CA" sz="2950" spc="-15" dirty="0">
                <a:latin typeface="Montserrat"/>
                <a:cs typeface="Montserrat"/>
              </a:rPr>
              <a:t> a </a:t>
            </a:r>
            <a:r>
              <a:rPr lang="en-CA" sz="2950" spc="-15" dirty="0">
                <a:solidFill>
                  <a:schemeClr val="tx1"/>
                </a:solidFill>
                <a:latin typeface="Montserrat"/>
                <a:cs typeface="Montserrat"/>
              </a:rPr>
              <a:t>credible</a:t>
            </a:r>
            <a:r>
              <a:rPr lang="en-CA" sz="2950" spc="-15" dirty="0">
                <a:latin typeface="Montserrat"/>
                <a:cs typeface="Montserrat"/>
              </a:rPr>
              <a:t>, leading</a:t>
            </a:r>
            <a:r>
              <a:rPr sz="2950" spc="-10" dirty="0">
                <a:latin typeface="Montserrat"/>
                <a:cs typeface="Montserrat"/>
              </a:rPr>
              <a:t> </a:t>
            </a:r>
            <a:r>
              <a:rPr sz="2950" b="1" spc="-10" dirty="0" err="1">
                <a:solidFill>
                  <a:srgbClr val="009446"/>
                </a:solidFill>
                <a:latin typeface="Montserrat"/>
                <a:cs typeface="Montserrat"/>
              </a:rPr>
              <a:t>sustaina</a:t>
            </a:r>
            <a:r>
              <a:rPr lang="en-CA" sz="2950" b="1" spc="-10" dirty="0" err="1">
                <a:solidFill>
                  <a:srgbClr val="009446"/>
                </a:solidFill>
                <a:latin typeface="Montserrat"/>
                <a:cs typeface="Montserrat"/>
              </a:rPr>
              <a:t>bility</a:t>
            </a:r>
            <a:r>
              <a:rPr sz="2950" b="1" spc="-10" dirty="0">
                <a:solidFill>
                  <a:srgbClr val="009446"/>
                </a:solidFill>
                <a:latin typeface="Montserrat"/>
                <a:cs typeface="Montserrat"/>
              </a:rPr>
              <a:t> </a:t>
            </a:r>
            <a:r>
              <a:rPr sz="2950" b="1" dirty="0">
                <a:solidFill>
                  <a:srgbClr val="009446"/>
                </a:solidFill>
                <a:latin typeface="Montserrat"/>
                <a:cs typeface="Montserrat"/>
              </a:rPr>
              <a:t>certification</a:t>
            </a:r>
            <a:r>
              <a:rPr sz="2950" b="1" spc="-10" dirty="0">
                <a:solidFill>
                  <a:srgbClr val="009446"/>
                </a:solidFill>
                <a:latin typeface="Montserrat"/>
                <a:cs typeface="Montserrat"/>
              </a:rPr>
              <a:t> </a:t>
            </a:r>
            <a:r>
              <a:rPr sz="2950" dirty="0">
                <a:latin typeface="Montserrat"/>
                <a:cs typeface="Montserrat"/>
              </a:rPr>
              <a:t>for</a:t>
            </a:r>
            <a:r>
              <a:rPr sz="2950" spc="5" dirty="0">
                <a:latin typeface="Montserrat"/>
                <a:cs typeface="Montserrat"/>
              </a:rPr>
              <a:t> </a:t>
            </a:r>
            <a:r>
              <a:rPr sz="2950" dirty="0">
                <a:latin typeface="Montserrat"/>
                <a:cs typeface="Montserrat"/>
              </a:rPr>
              <a:t>hotels</a:t>
            </a:r>
            <a:r>
              <a:rPr sz="2950" spc="-5" dirty="0">
                <a:latin typeface="Montserrat"/>
                <a:cs typeface="Montserrat"/>
              </a:rPr>
              <a:t> </a:t>
            </a:r>
            <a:r>
              <a:rPr sz="2950" dirty="0">
                <a:latin typeface="Montserrat"/>
                <a:cs typeface="Montserrat"/>
              </a:rPr>
              <a:t>and</a:t>
            </a:r>
            <a:r>
              <a:rPr sz="2950" spc="-5" dirty="0">
                <a:latin typeface="Montserrat"/>
                <a:cs typeface="Montserrat"/>
              </a:rPr>
              <a:t> </a:t>
            </a:r>
            <a:r>
              <a:rPr sz="2950" spc="-10" dirty="0">
                <a:latin typeface="Montserrat"/>
                <a:cs typeface="Montserrat"/>
              </a:rPr>
              <a:t>event </a:t>
            </a:r>
            <a:r>
              <a:rPr sz="2950" dirty="0">
                <a:latin typeface="Montserrat"/>
                <a:cs typeface="Montserrat"/>
              </a:rPr>
              <a:t>spaces</a:t>
            </a:r>
            <a:r>
              <a:rPr sz="2950" spc="-25" dirty="0">
                <a:latin typeface="Montserrat"/>
                <a:cs typeface="Montserrat"/>
              </a:rPr>
              <a:t> in</a:t>
            </a:r>
            <a:endParaRPr sz="2950" dirty="0">
              <a:latin typeface="Montserrat"/>
              <a:cs typeface="Montserrat"/>
            </a:endParaRPr>
          </a:p>
          <a:p>
            <a:pPr marL="99060" algn="ctr">
              <a:lnSpc>
                <a:spcPct val="100000"/>
              </a:lnSpc>
              <a:spcBef>
                <a:spcPts val="20"/>
              </a:spcBef>
            </a:pPr>
            <a:r>
              <a:rPr sz="2950" dirty="0">
                <a:latin typeface="Montserrat"/>
                <a:cs typeface="Montserrat"/>
              </a:rPr>
              <a:t>North</a:t>
            </a:r>
            <a:r>
              <a:rPr sz="2950" spc="-20" dirty="0">
                <a:latin typeface="Montserrat"/>
                <a:cs typeface="Montserrat"/>
              </a:rPr>
              <a:t> </a:t>
            </a:r>
            <a:r>
              <a:rPr sz="2950" spc="-10" dirty="0">
                <a:latin typeface="Montserrat"/>
                <a:cs typeface="Montserrat"/>
              </a:rPr>
              <a:t>America</a:t>
            </a:r>
            <a:endParaRPr sz="2950" dirty="0">
              <a:latin typeface="Montserrat"/>
              <a:cs typeface="Montserra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6970E-CF2C-EFEF-23FD-A97D2483C760}"/>
              </a:ext>
            </a:extLst>
          </p:cNvPr>
          <p:cNvSpPr txBox="1"/>
          <p:nvPr/>
        </p:nvSpPr>
        <p:spPr>
          <a:xfrm>
            <a:off x="12789903" y="10043006"/>
            <a:ext cx="685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latin typeface="Montserrat" panose="00000500000000000000" pitchFamily="50" charset="0"/>
              </a:rPr>
              <a:t>Green Key Global plants a tree for every member with our charity partner, One Tree Planted</a:t>
            </a:r>
          </a:p>
        </p:txBody>
      </p:sp>
      <p:pic>
        <p:nvPicPr>
          <p:cNvPr id="20" name="Picture 19" descr="A logo with a green leaf&#10;&#10;Description automatically generated">
            <a:extLst>
              <a:ext uri="{FF2B5EF4-FFF2-40B4-BE49-F238E27FC236}">
                <a16:creationId xmlns:a16="http://schemas.microsoft.com/office/drawing/2014/main" id="{D0F23A63-8306-9BD0-0AD6-9D1B628C10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1" t="28784" r="1551" b="29366"/>
          <a:stretch/>
        </p:blipFill>
        <p:spPr>
          <a:xfrm>
            <a:off x="8952260" y="9903559"/>
            <a:ext cx="3930825" cy="9252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8E8579-BBE9-44E5-E1FF-200650B9C31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66D1E6"/>
              </a:clrFrom>
              <a:clrTo>
                <a:srgbClr val="66D1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6567" y="2270663"/>
            <a:ext cx="6995766" cy="554022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4465F679-1025-4328-EAEC-4376C513B83E}"/>
              </a:ext>
            </a:extLst>
          </p:cNvPr>
          <p:cNvSpPr/>
          <p:nvPr/>
        </p:nvSpPr>
        <p:spPr>
          <a:xfrm>
            <a:off x="5649257" y="6019800"/>
            <a:ext cx="669296" cy="605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9C919F-2C9E-74F7-01B7-64DEDEDC304D}"/>
              </a:ext>
            </a:extLst>
          </p:cNvPr>
          <p:cNvSpPr/>
          <p:nvPr/>
        </p:nvSpPr>
        <p:spPr>
          <a:xfrm>
            <a:off x="11973279" y="5802411"/>
            <a:ext cx="669296" cy="605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E57B1A-DD62-C725-E3D1-BE7CF940F34C}"/>
              </a:ext>
            </a:extLst>
          </p:cNvPr>
          <p:cNvSpPr/>
          <p:nvPr/>
        </p:nvSpPr>
        <p:spPr>
          <a:xfrm>
            <a:off x="9944100" y="6499860"/>
            <a:ext cx="236220" cy="3162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4883A0E5-2E82-4368-9A9C-A9F6F38A9BE9}"/>
              </a:ext>
            </a:extLst>
          </p:cNvPr>
          <p:cNvSpPr/>
          <p:nvPr/>
        </p:nvSpPr>
        <p:spPr>
          <a:xfrm rot="16200000">
            <a:off x="-700994" y="1859589"/>
            <a:ext cx="2848283" cy="1442462"/>
          </a:xfrm>
          <a:custGeom>
            <a:avLst/>
            <a:gdLst/>
            <a:ahLst/>
            <a:cxnLst/>
            <a:rect l="l" t="t" r="r" b="b"/>
            <a:pathLst>
              <a:path w="1472602" h="736301">
                <a:moveTo>
                  <a:pt x="0" y="0"/>
                </a:moveTo>
                <a:lnTo>
                  <a:pt x="1472601" y="0"/>
                </a:lnTo>
                <a:lnTo>
                  <a:pt x="1472601" y="736301"/>
                </a:lnTo>
                <a:lnTo>
                  <a:pt x="0" y="7363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9AFCE-0C57-4E86-A69C-551EB3031691}"/>
              </a:ext>
            </a:extLst>
          </p:cNvPr>
          <p:cNvSpPr/>
          <p:nvPr/>
        </p:nvSpPr>
        <p:spPr>
          <a:xfrm>
            <a:off x="2451930" y="1156678"/>
            <a:ext cx="11599171" cy="12089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50653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256" b="1" dirty="0">
                <a:ln w="0"/>
                <a:gradFill flip="none" rotWithShape="1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 panose="02000505000000020004" pitchFamily="2" charset="0"/>
              </a:rPr>
              <a:t>A Powerful Partnership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4DCB6-952E-43F5-8D74-65A7C9D73446}"/>
              </a:ext>
            </a:extLst>
          </p:cNvPr>
          <p:cNvSpPr txBox="1"/>
          <p:nvPr/>
        </p:nvSpPr>
        <p:spPr>
          <a:xfrm>
            <a:off x="13427025" y="4055954"/>
            <a:ext cx="5504538" cy="4263497"/>
          </a:xfrm>
          <a:prstGeom prst="rect">
            <a:avLst/>
          </a:prstGeom>
          <a:noFill/>
        </p:spPr>
        <p:txBody>
          <a:bodyPr wrap="square" lIns="75396" tIns="37698" rIns="75396" bIns="37698" anchor="t">
            <a:spAutoFit/>
          </a:bodyPr>
          <a:lstStyle/>
          <a:p>
            <a:pPr algn="ctr">
              <a:defRPr/>
            </a:pPr>
            <a:r>
              <a:rPr lang="en-US" sz="5442" b="1" spc="495" dirty="0">
                <a:solidFill>
                  <a:srgbClr val="128842"/>
                </a:solidFill>
                <a:latin typeface="Montserrat" panose="02000505000000020004" pitchFamily="2" charset="0"/>
                <a:ea typeface="Roboto Slab"/>
                <a:cs typeface="Roboto Slab"/>
              </a:rPr>
              <a:t> “A seamless certification solution </a:t>
            </a:r>
            <a:r>
              <a:rPr lang="en-US" sz="5442" spc="495" dirty="0">
                <a:solidFill>
                  <a:srgbClr val="128842"/>
                </a:solidFill>
                <a:latin typeface="Montserrat" panose="02000505000000020004" pitchFamily="2" charset="0"/>
                <a:ea typeface="Roboto Slab"/>
                <a:cs typeface="Roboto Slab"/>
              </a:rPr>
              <a:t>for North America.”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1920C3-8FBE-4D45-9CD5-0EB11BDBCC70}"/>
              </a:ext>
            </a:extLst>
          </p:cNvPr>
          <p:cNvGrpSpPr/>
          <p:nvPr/>
        </p:nvGrpSpPr>
        <p:grpSpPr>
          <a:xfrm>
            <a:off x="17272930" y="-2568334"/>
            <a:ext cx="4432894" cy="4432894"/>
            <a:chOff x="0" y="0"/>
            <a:chExt cx="6350000" cy="6350000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0CCBFA8F-5D53-4784-94DF-D23725CC0E4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DB149">
                <a:alpha val="9804"/>
              </a:srgbClr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ACFC81A-8B36-4E89-9CAB-9D568553BE57}"/>
              </a:ext>
            </a:extLst>
          </p:cNvPr>
          <p:cNvGrpSpPr/>
          <p:nvPr/>
        </p:nvGrpSpPr>
        <p:grpSpPr>
          <a:xfrm>
            <a:off x="17023838" y="515555"/>
            <a:ext cx="1751197" cy="1751197"/>
            <a:chOff x="0" y="0"/>
            <a:chExt cx="6350000" cy="6350000"/>
          </a:xfrm>
        </p:grpSpPr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6F5A1539-7A50-43B4-B12B-DD722E6D25D7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DB149">
                <a:alpha val="9804"/>
              </a:srgbClr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2D535D-BF6F-4104-A29E-A37389AA3BD0}"/>
              </a:ext>
            </a:extLst>
          </p:cNvPr>
          <p:cNvGrpSpPr/>
          <p:nvPr/>
        </p:nvGrpSpPr>
        <p:grpSpPr>
          <a:xfrm>
            <a:off x="-1588852" y="3005170"/>
            <a:ext cx="4432894" cy="4432894"/>
            <a:chOff x="0" y="0"/>
            <a:chExt cx="6350000" cy="6350000"/>
          </a:xfrm>
        </p:grpSpPr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949FD317-3D00-4330-A44B-B09C50DBFCF0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DB149">
                <a:alpha val="9804"/>
              </a:srgbClr>
            </a:solid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17C2BF-AD5B-FCD7-376A-A296FBCAAEF4}"/>
              </a:ext>
            </a:extLst>
          </p:cNvPr>
          <p:cNvGrpSpPr/>
          <p:nvPr/>
        </p:nvGrpSpPr>
        <p:grpSpPr>
          <a:xfrm>
            <a:off x="7076136" y="2866520"/>
            <a:ext cx="5704443" cy="7506208"/>
            <a:chOff x="2921246" y="2606917"/>
            <a:chExt cx="4785244" cy="6681384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59B31200-8CC1-BE39-19C6-FAAE029CC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21246" y="2606917"/>
              <a:ext cx="4155777" cy="4245375"/>
            </a:xfrm>
            <a:prstGeom prst="rect">
              <a:avLst/>
            </a:prstGeom>
          </p:spPr>
        </p:pic>
        <p:pic>
          <p:nvPicPr>
            <p:cNvPr id="4" name="Picture 3" descr="A red and blue flag&#10;&#10;Description automatically generated with low confidence">
              <a:extLst>
                <a:ext uri="{FF2B5EF4-FFF2-40B4-BE49-F238E27FC236}">
                  <a16:creationId xmlns:a16="http://schemas.microsoft.com/office/drawing/2014/main" id="{A3E801B6-DD62-5241-4128-4505B84D8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2869" y="5034913"/>
              <a:ext cx="4163621" cy="4253388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743BCC9-9168-2C72-9E93-D32AB1D9E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313" y="7365530"/>
            <a:ext cx="3119163" cy="16566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C53FF3-0713-E234-FCE5-5D815B5C0177}"/>
              </a:ext>
            </a:extLst>
          </p:cNvPr>
          <p:cNvSpPr txBox="1"/>
          <p:nvPr/>
        </p:nvSpPr>
        <p:spPr>
          <a:xfrm>
            <a:off x="14881765" y="4587119"/>
            <a:ext cx="1044094" cy="761256"/>
          </a:xfrm>
          <a:prstGeom prst="rect">
            <a:avLst/>
          </a:prstGeom>
          <a:noFill/>
        </p:spPr>
        <p:txBody>
          <a:bodyPr wrap="square" lIns="75396" tIns="37698" rIns="75396" bIns="37698" rtlCol="0" anchor="t">
            <a:spAutoFit/>
          </a:bodyPr>
          <a:lstStyle/>
          <a:p>
            <a:endParaRPr lang="en-CA" sz="4452" i="1">
              <a:solidFill>
                <a:schemeClr val="accent1"/>
              </a:solidFill>
              <a:latin typeface="Montserrat" panose="00000500000000000000" pitchFamily="50" charset="0"/>
              <a:cs typeface="Aldhabi" panose="020F0502020204030204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12501-57E7-8062-F5B6-D252C721D5FD}"/>
              </a:ext>
            </a:extLst>
          </p:cNvPr>
          <p:cNvSpPr/>
          <p:nvPr/>
        </p:nvSpPr>
        <p:spPr>
          <a:xfrm>
            <a:off x="1913" y="10088098"/>
            <a:ext cx="20100275" cy="1221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Picture 13" descr="A logo with green and black text&#10;&#10;Description automatically generated">
            <a:extLst>
              <a:ext uri="{FF2B5EF4-FFF2-40B4-BE49-F238E27FC236}">
                <a16:creationId xmlns:a16="http://schemas.microsoft.com/office/drawing/2014/main" id="{A2667F08-AA8B-AB94-34D9-5097AE7ED37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56" y="9457216"/>
            <a:ext cx="2429828" cy="1390912"/>
          </a:xfrm>
          <a:prstGeom prst="rect">
            <a:avLst/>
          </a:prstGeom>
        </p:spPr>
      </p:pic>
      <p:pic>
        <p:nvPicPr>
          <p:cNvPr id="7" name="Picture 6" descr="A green and white megaphone&#10;&#10;Description automatically generated">
            <a:extLst>
              <a:ext uri="{FF2B5EF4-FFF2-40B4-BE49-F238E27FC236}">
                <a16:creationId xmlns:a16="http://schemas.microsoft.com/office/drawing/2014/main" id="{C0401F6E-A55E-9333-2FD7-07E605844A5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6474" y="9510144"/>
            <a:ext cx="1418426" cy="14184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608B3C-BFD1-1A61-DA59-B118E29B3105}"/>
              </a:ext>
            </a:extLst>
          </p:cNvPr>
          <p:cNvSpPr txBox="1"/>
          <p:nvPr/>
        </p:nvSpPr>
        <p:spPr>
          <a:xfrm>
            <a:off x="13683268" y="9499553"/>
            <a:ext cx="6065108" cy="1310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38" i="1" dirty="0">
                <a:latin typeface="Montserrat" panose="00000500000000000000" pitchFamily="50" charset="0"/>
              </a:rPr>
              <a:t>Green Key Global is </a:t>
            </a:r>
            <a:r>
              <a:rPr lang="en-US" sz="2638" b="1" i="1" dirty="0">
                <a:solidFill>
                  <a:srgbClr val="128842"/>
                </a:solidFill>
                <a:latin typeface="Montserrat" panose="00000500000000000000" pitchFamily="50" charset="0"/>
              </a:rPr>
              <a:t>the leading Hotel Sustainability Program </a:t>
            </a:r>
            <a:r>
              <a:rPr lang="en-US" sz="2638" i="1" dirty="0">
                <a:latin typeface="Montserrat" panose="00000500000000000000" pitchFamily="50" charset="0"/>
              </a:rPr>
              <a:t>in USA &amp; Canada</a:t>
            </a:r>
            <a:endParaRPr lang="en-CA" sz="2638" i="1" dirty="0">
              <a:latin typeface="Montserrat" panose="00000500000000000000" pitchFamily="50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C4AE9D-0C7D-7901-39A2-E28EB61048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191" y="2806391"/>
            <a:ext cx="3842655" cy="284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2462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A3D25-A96D-C669-7552-6A08C224C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0CB0BC6-CC8E-15FB-F6E5-AB5653C29696}"/>
              </a:ext>
            </a:extLst>
          </p:cNvPr>
          <p:cNvSpPr/>
          <p:nvPr/>
        </p:nvSpPr>
        <p:spPr>
          <a:xfrm>
            <a:off x="1444982" y="712300"/>
            <a:ext cx="17214136" cy="1268840"/>
          </a:xfrm>
          <a:prstGeom prst="rect">
            <a:avLst/>
          </a:prstGeom>
        </p:spPr>
        <p:txBody>
          <a:bodyPr wrap="square" lIns="150781" tIns="75390" rIns="150781" bIns="75390" anchor="t">
            <a:spAutoFit/>
          </a:bodyPr>
          <a:lstStyle/>
          <a:p>
            <a:pPr algn="ctr" defTabSz="150654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256" b="1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THE ECO-RATING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B61811-7212-2253-3872-897D12F3CC07}"/>
              </a:ext>
            </a:extLst>
          </p:cNvPr>
          <p:cNvSpPr txBox="1"/>
          <p:nvPr/>
        </p:nvSpPr>
        <p:spPr>
          <a:xfrm>
            <a:off x="6443228" y="2274741"/>
            <a:ext cx="1366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000000"/>
                </a:solidFill>
                <a:latin typeface="Montserrat"/>
                <a:ea typeface="Roboto Slab"/>
                <a:cs typeface="Roboto Slab"/>
              </a:rPr>
              <a:t>Endorsed by </a:t>
            </a:r>
            <a:r>
              <a:rPr lang="en-US" b="1">
                <a:solidFill>
                  <a:srgbClr val="000000"/>
                </a:solidFill>
                <a:latin typeface="Montserrat"/>
                <a:ea typeface="Roboto Slab"/>
                <a:cs typeface="Roboto Slab"/>
              </a:rPr>
              <a:t>leading brands </a:t>
            </a:r>
            <a:r>
              <a:rPr lang="en-US">
                <a:solidFill>
                  <a:srgbClr val="000000"/>
                </a:solidFill>
                <a:latin typeface="Montserrat"/>
                <a:ea typeface="Roboto Slab"/>
                <a:cs typeface="Roboto Slab"/>
              </a:rPr>
              <a:t>through multi-year partnerships</a:t>
            </a:r>
            <a:endParaRPr lang="en-CA" b="1"/>
          </a:p>
        </p:txBody>
      </p:sp>
      <p:pic>
        <p:nvPicPr>
          <p:cNvPr id="72" name="Picture 7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C510A0-3AA6-D9B5-5B64-34EC888F77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355" y="4407554"/>
            <a:ext cx="1211203" cy="778630"/>
          </a:xfrm>
          <a:prstGeom prst="rect">
            <a:avLst/>
          </a:prstGeom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BEE777C5-EC1F-7D26-4FD9-47B3AE6D0061}"/>
              </a:ext>
            </a:extLst>
          </p:cNvPr>
          <p:cNvGrpSpPr/>
          <p:nvPr/>
        </p:nvGrpSpPr>
        <p:grpSpPr>
          <a:xfrm>
            <a:off x="7582366" y="7458366"/>
            <a:ext cx="2142975" cy="3142260"/>
            <a:chOff x="4145973" y="4613621"/>
            <a:chExt cx="1299593" cy="1905603"/>
          </a:xfrm>
        </p:grpSpPr>
        <p:sp>
          <p:nvSpPr>
            <p:cNvPr id="73" name="object 20">
              <a:extLst>
                <a:ext uri="{FF2B5EF4-FFF2-40B4-BE49-F238E27FC236}">
                  <a16:creationId xmlns:a16="http://schemas.microsoft.com/office/drawing/2014/main" id="{55BCBBD3-7BDE-7218-CB4D-762E8FD304D9}"/>
                </a:ext>
              </a:extLst>
            </p:cNvPr>
            <p:cNvSpPr txBox="1"/>
            <p:nvPr/>
          </p:nvSpPr>
          <p:spPr>
            <a:xfrm>
              <a:off x="4145973" y="5457269"/>
              <a:ext cx="1299593" cy="1061955"/>
            </a:xfrm>
            <a:prstGeom prst="rect">
              <a:avLst/>
            </a:prstGeom>
          </p:spPr>
          <p:txBody>
            <a:bodyPr vert="horz" wrap="square" lIns="0" tIns="11429" rIns="0" bIns="0" rtlCol="0" anchor="t">
              <a:spAutoFit/>
            </a:bodyPr>
            <a:lstStyle/>
            <a:p>
              <a:pPr marL="12064" defTabSz="914334">
                <a:lnSpc>
                  <a:spcPts val="6520"/>
                </a:lnSpc>
                <a:spcBef>
                  <a:spcPts val="91"/>
                </a:spcBef>
                <a:defRPr/>
              </a:pPr>
              <a:r>
                <a:rPr lang="en-US" sz="3958" b="1" spc="-25">
                  <a:solidFill>
                    <a:srgbClr val="009447"/>
                  </a:solidFill>
                  <a:latin typeface="Montserrat"/>
                  <a:cs typeface="Montserrat"/>
                </a:rPr>
                <a:t>1100+</a:t>
              </a:r>
              <a:endParaRPr lang="en-US" sz="3958" dirty="0">
                <a:latin typeface="Montserrat"/>
                <a:cs typeface="Montserrat"/>
              </a:endParaRPr>
            </a:p>
            <a:p>
              <a:pPr marL="33653" marR="5081" defTabSz="914334">
                <a:lnSpc>
                  <a:spcPts val="2370"/>
                </a:lnSpc>
                <a:spcBef>
                  <a:spcPts val="35"/>
                </a:spcBef>
                <a:defRPr/>
              </a:pPr>
              <a:r>
                <a:rPr lang="en-US" sz="1979" dirty="0">
                  <a:solidFill>
                    <a:srgbClr val="404040"/>
                  </a:solidFill>
                  <a:latin typeface="Montserrat"/>
                  <a:cs typeface="Montserrat"/>
                </a:rPr>
                <a:t>Best Western properties in the program</a:t>
              </a:r>
              <a:endParaRPr lang="en-US" sz="1979" dirty="0">
                <a:latin typeface="Montserrat"/>
                <a:cs typeface="Montserrat"/>
              </a:endParaRPr>
            </a:p>
          </p:txBody>
        </p:sp>
        <p:pic>
          <p:nvPicPr>
            <p:cNvPr id="74" name="Picture 73" descr="Our Brands - Best Western Hotels">
              <a:extLst>
                <a:ext uri="{FF2B5EF4-FFF2-40B4-BE49-F238E27FC236}">
                  <a16:creationId xmlns:a16="http://schemas.microsoft.com/office/drawing/2014/main" id="{AF7E6BDF-7064-714F-ADD2-4A56D8FA93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1952" y="4618170"/>
              <a:ext cx="1114167" cy="834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Rectangle: Diagonal Corners Rounded 78">
              <a:extLst>
                <a:ext uri="{FF2B5EF4-FFF2-40B4-BE49-F238E27FC236}">
                  <a16:creationId xmlns:a16="http://schemas.microsoft.com/office/drawing/2014/main" id="{79634AAC-6D25-BC12-9D00-1104262F635A}"/>
                </a:ext>
              </a:extLst>
            </p:cNvPr>
            <p:cNvSpPr/>
            <p:nvPr/>
          </p:nvSpPr>
          <p:spPr>
            <a:xfrm>
              <a:off x="4145973" y="4613621"/>
              <a:ext cx="1226127" cy="834550"/>
            </a:xfrm>
            <a:prstGeom prst="round2DiagRect">
              <a:avLst/>
            </a:prstGeom>
            <a:noFill/>
            <a:ln>
              <a:solidFill>
                <a:srgbClr val="1288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45363B4-0C1E-BFE3-B3A0-882A404A686D}"/>
              </a:ext>
            </a:extLst>
          </p:cNvPr>
          <p:cNvGrpSpPr/>
          <p:nvPr/>
        </p:nvGrpSpPr>
        <p:grpSpPr>
          <a:xfrm>
            <a:off x="11473735" y="7332193"/>
            <a:ext cx="2396967" cy="3245153"/>
            <a:chOff x="6295911" y="4542124"/>
            <a:chExt cx="1453625" cy="1968002"/>
          </a:xfrm>
        </p:grpSpPr>
        <p:sp>
          <p:nvSpPr>
            <p:cNvPr id="75" name="object 20">
              <a:extLst>
                <a:ext uri="{FF2B5EF4-FFF2-40B4-BE49-F238E27FC236}">
                  <a16:creationId xmlns:a16="http://schemas.microsoft.com/office/drawing/2014/main" id="{D290D54D-0717-4C72-93B4-6F45867CCE64}"/>
                </a:ext>
              </a:extLst>
            </p:cNvPr>
            <p:cNvSpPr txBox="1"/>
            <p:nvPr/>
          </p:nvSpPr>
          <p:spPr>
            <a:xfrm>
              <a:off x="6335384" y="5448171"/>
              <a:ext cx="1414152" cy="1061955"/>
            </a:xfrm>
            <a:prstGeom prst="rect">
              <a:avLst/>
            </a:prstGeom>
          </p:spPr>
          <p:txBody>
            <a:bodyPr vert="horz" wrap="square" lIns="0" tIns="11429" rIns="0" bIns="0" rtlCol="0" anchor="t">
              <a:spAutoFit/>
            </a:bodyPr>
            <a:lstStyle/>
            <a:p>
              <a:pPr marL="12064" defTabSz="914334">
                <a:lnSpc>
                  <a:spcPts val="6520"/>
                </a:lnSpc>
                <a:spcBef>
                  <a:spcPts val="91"/>
                </a:spcBef>
                <a:defRPr/>
              </a:pPr>
              <a:r>
                <a:rPr lang="en-US" sz="3958" b="1" spc="-25" dirty="0">
                  <a:solidFill>
                    <a:srgbClr val="009447"/>
                  </a:solidFill>
                  <a:latin typeface="Montserrat"/>
                  <a:cs typeface="Montserrat"/>
                </a:rPr>
                <a:t>550+</a:t>
              </a:r>
              <a:endParaRPr lang="en-US" sz="3958" dirty="0">
                <a:latin typeface="Montserrat"/>
                <a:cs typeface="Montserrat"/>
              </a:endParaRPr>
            </a:p>
            <a:p>
              <a:pPr marL="33508" marR="4188" defTabSz="914334">
                <a:lnSpc>
                  <a:spcPts val="2370"/>
                </a:lnSpc>
                <a:spcBef>
                  <a:spcPts val="35"/>
                </a:spcBef>
                <a:defRPr/>
              </a:pPr>
              <a:r>
                <a:rPr lang="en-US" sz="1979" dirty="0">
                  <a:solidFill>
                    <a:srgbClr val="404040"/>
                  </a:solidFill>
                  <a:latin typeface="Montserrat"/>
                  <a:cs typeface="Montserrat"/>
                </a:rPr>
                <a:t>Marriott properties in the program</a:t>
              </a:r>
              <a:endParaRPr lang="en-US" sz="1979" dirty="0">
                <a:latin typeface="Montserrat"/>
                <a:cs typeface="Montserrat"/>
              </a:endParaRPr>
            </a:p>
          </p:txBody>
        </p:sp>
        <p:pic>
          <p:nvPicPr>
            <p:cNvPr id="76" name="Picture 4" descr="Marriott International Logo - Download ...">
              <a:extLst>
                <a:ext uri="{FF2B5EF4-FFF2-40B4-BE49-F238E27FC236}">
                  <a16:creationId xmlns:a16="http://schemas.microsoft.com/office/drawing/2014/main" id="{C9D371C3-812B-8C6E-E4AD-937AF48A7C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5911" y="4542124"/>
              <a:ext cx="1305072" cy="9775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" name="Rectangle: Diagonal Corners Rounded 79">
              <a:extLst>
                <a:ext uri="{FF2B5EF4-FFF2-40B4-BE49-F238E27FC236}">
                  <a16:creationId xmlns:a16="http://schemas.microsoft.com/office/drawing/2014/main" id="{EEF9C6E4-33B4-1D67-8007-5871BE48038B}"/>
                </a:ext>
              </a:extLst>
            </p:cNvPr>
            <p:cNvSpPr/>
            <p:nvPr/>
          </p:nvSpPr>
          <p:spPr>
            <a:xfrm>
              <a:off x="6335384" y="4622719"/>
              <a:ext cx="1226127" cy="834550"/>
            </a:xfrm>
            <a:prstGeom prst="round2DiagRect">
              <a:avLst/>
            </a:prstGeom>
            <a:noFill/>
            <a:ln>
              <a:solidFill>
                <a:srgbClr val="1288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DE5B2E2-293A-FE5F-AAB6-455044723CFF}"/>
              </a:ext>
            </a:extLst>
          </p:cNvPr>
          <p:cNvGrpSpPr/>
          <p:nvPr/>
        </p:nvGrpSpPr>
        <p:grpSpPr>
          <a:xfrm>
            <a:off x="15619095" y="7457590"/>
            <a:ext cx="2021834" cy="3119755"/>
            <a:chOff x="8580775" y="4618170"/>
            <a:chExt cx="1226128" cy="1891955"/>
          </a:xfrm>
        </p:grpSpPr>
        <p:sp>
          <p:nvSpPr>
            <p:cNvPr id="77" name="object 20">
              <a:extLst>
                <a:ext uri="{FF2B5EF4-FFF2-40B4-BE49-F238E27FC236}">
                  <a16:creationId xmlns:a16="http://schemas.microsoft.com/office/drawing/2014/main" id="{801D3025-1D2E-7DA3-E9B3-CE3A67BDFEFE}"/>
                </a:ext>
              </a:extLst>
            </p:cNvPr>
            <p:cNvSpPr txBox="1"/>
            <p:nvPr/>
          </p:nvSpPr>
          <p:spPr>
            <a:xfrm>
              <a:off x="8580775" y="5448170"/>
              <a:ext cx="1226128" cy="1061955"/>
            </a:xfrm>
            <a:prstGeom prst="rect">
              <a:avLst/>
            </a:prstGeom>
          </p:spPr>
          <p:txBody>
            <a:bodyPr vert="horz" wrap="square" lIns="0" tIns="11429" rIns="0" bIns="0" rtlCol="0" anchor="t">
              <a:spAutoFit/>
            </a:bodyPr>
            <a:lstStyle/>
            <a:p>
              <a:pPr marL="12064" defTabSz="914334">
                <a:lnSpc>
                  <a:spcPts val="6520"/>
                </a:lnSpc>
                <a:spcBef>
                  <a:spcPts val="91"/>
                </a:spcBef>
                <a:defRPr/>
              </a:pPr>
              <a:r>
                <a:rPr lang="en-US" sz="3958" b="1" spc="-25" dirty="0">
                  <a:solidFill>
                    <a:srgbClr val="009447"/>
                  </a:solidFill>
                  <a:latin typeface="Montserrat"/>
                  <a:cs typeface="Montserrat"/>
                </a:rPr>
                <a:t>250+</a:t>
              </a:r>
              <a:endParaRPr lang="en-US" sz="3958" dirty="0">
                <a:latin typeface="Montserrat"/>
                <a:cs typeface="Montserrat"/>
              </a:endParaRPr>
            </a:p>
            <a:p>
              <a:pPr marL="33653" marR="5081" defTabSz="914334">
                <a:lnSpc>
                  <a:spcPts val="2370"/>
                </a:lnSpc>
                <a:spcBef>
                  <a:spcPts val="35"/>
                </a:spcBef>
                <a:defRPr/>
              </a:pPr>
              <a:r>
                <a:rPr lang="en-US" sz="1979" dirty="0">
                  <a:solidFill>
                    <a:srgbClr val="404040"/>
                  </a:solidFill>
                  <a:latin typeface="Montserrat"/>
                  <a:cs typeface="Montserrat"/>
                </a:rPr>
                <a:t>Choice properties in the program</a:t>
              </a:r>
              <a:endParaRPr lang="en-US" sz="1979" dirty="0">
                <a:latin typeface="Montserrat"/>
                <a:cs typeface="Montserrat"/>
              </a:endParaRPr>
            </a:p>
          </p:txBody>
        </p:sp>
        <p:pic>
          <p:nvPicPr>
            <p:cNvPr id="78" name="Picture 6" descr="Choice Hotels Logo PNG Vectors Free ...">
              <a:extLst>
                <a:ext uri="{FF2B5EF4-FFF2-40B4-BE49-F238E27FC236}">
                  <a16:creationId xmlns:a16="http://schemas.microsoft.com/office/drawing/2014/main" id="{7E6D8AF6-03A2-B95A-9E1F-FB32006819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275" b="24540"/>
            <a:stretch>
              <a:fillRect/>
            </a:stretch>
          </p:blipFill>
          <p:spPr bwMode="auto">
            <a:xfrm>
              <a:off x="8640862" y="4744228"/>
              <a:ext cx="1105952" cy="6324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Rectangle: Diagonal Corners Rounded 80">
              <a:extLst>
                <a:ext uri="{FF2B5EF4-FFF2-40B4-BE49-F238E27FC236}">
                  <a16:creationId xmlns:a16="http://schemas.microsoft.com/office/drawing/2014/main" id="{00F7B222-C9F3-1764-0CCA-8B527183335F}"/>
                </a:ext>
              </a:extLst>
            </p:cNvPr>
            <p:cNvSpPr/>
            <p:nvPr/>
          </p:nvSpPr>
          <p:spPr>
            <a:xfrm>
              <a:off x="8580775" y="4618170"/>
              <a:ext cx="1226127" cy="834550"/>
            </a:xfrm>
            <a:prstGeom prst="round2DiagRect">
              <a:avLst/>
            </a:prstGeom>
            <a:noFill/>
            <a:ln>
              <a:solidFill>
                <a:srgbClr val="1288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244BB8B-1037-5D80-29C8-E3564E7FF34E}"/>
              </a:ext>
            </a:extLst>
          </p:cNvPr>
          <p:cNvGrpSpPr/>
          <p:nvPr/>
        </p:nvGrpSpPr>
        <p:grpSpPr>
          <a:xfrm>
            <a:off x="1893464" y="3141797"/>
            <a:ext cx="4206659" cy="7070913"/>
            <a:chOff x="1148278" y="1700793"/>
            <a:chExt cx="2551101" cy="4288109"/>
          </a:xfrm>
        </p:grpSpPr>
        <p:pic>
          <p:nvPicPr>
            <p:cNvPr id="86" name="Picture 85" descr="A logo with green and white text&#10;&#10;AI-generated content may be incorrect.">
              <a:extLst>
                <a:ext uri="{FF2B5EF4-FFF2-40B4-BE49-F238E27FC236}">
                  <a16:creationId xmlns:a16="http://schemas.microsoft.com/office/drawing/2014/main" id="{26A65D35-4435-8668-22E8-5733FF117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0136" y="1931068"/>
              <a:ext cx="1607384" cy="1029595"/>
            </a:xfrm>
            <a:prstGeom prst="rect">
              <a:avLst/>
            </a:prstGeom>
          </p:spPr>
        </p:pic>
        <p:sp>
          <p:nvSpPr>
            <p:cNvPr id="87" name="Rectangle: Diagonal Corners Rounded 86">
              <a:extLst>
                <a:ext uri="{FF2B5EF4-FFF2-40B4-BE49-F238E27FC236}">
                  <a16:creationId xmlns:a16="http://schemas.microsoft.com/office/drawing/2014/main" id="{85561989-EF89-5C1A-6C04-A5077E37970D}"/>
                </a:ext>
              </a:extLst>
            </p:cNvPr>
            <p:cNvSpPr/>
            <p:nvPr/>
          </p:nvSpPr>
          <p:spPr>
            <a:xfrm>
              <a:off x="1148278" y="1700793"/>
              <a:ext cx="2551101" cy="4288109"/>
            </a:xfrm>
            <a:prstGeom prst="round2DiagRect">
              <a:avLst/>
            </a:prstGeom>
            <a:noFill/>
            <a:ln w="38100">
              <a:solidFill>
                <a:srgbClr val="8EC2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8" name="Rectangle: Diagonal Corners Rounded 87">
              <a:extLst>
                <a:ext uri="{FF2B5EF4-FFF2-40B4-BE49-F238E27FC236}">
                  <a16:creationId xmlns:a16="http://schemas.microsoft.com/office/drawing/2014/main" id="{3A3F0635-388B-6C31-8756-18FAE827F7D3}"/>
                </a:ext>
              </a:extLst>
            </p:cNvPr>
            <p:cNvSpPr/>
            <p:nvPr/>
          </p:nvSpPr>
          <p:spPr>
            <a:xfrm>
              <a:off x="1148278" y="3190938"/>
              <a:ext cx="2551101" cy="2797964"/>
            </a:xfrm>
            <a:prstGeom prst="round2DiagRect">
              <a:avLst/>
            </a:prstGeom>
            <a:solidFill>
              <a:srgbClr val="8EC23F"/>
            </a:solidFill>
            <a:ln w="38100">
              <a:solidFill>
                <a:srgbClr val="8EC23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Montserrat"/>
                </a:rPr>
                <a:t>An industry-recognized sustainability certification for hotels and resorts</a:t>
              </a:r>
            </a:p>
          </p:txBody>
        </p:sp>
      </p:grpSp>
      <p:pic>
        <p:nvPicPr>
          <p:cNvPr id="1026" name="Picture 2" descr="Accor Joins GSTC | GSTC">
            <a:extLst>
              <a:ext uri="{FF2B5EF4-FFF2-40B4-BE49-F238E27FC236}">
                <a16:creationId xmlns:a16="http://schemas.microsoft.com/office/drawing/2014/main" id="{C719E507-37B1-402E-33CB-6BBD82D75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024" y="3254516"/>
            <a:ext cx="1038534" cy="843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Our Brands - Best Western Hotels">
            <a:extLst>
              <a:ext uri="{FF2B5EF4-FFF2-40B4-BE49-F238E27FC236}">
                <a16:creationId xmlns:a16="http://schemas.microsoft.com/office/drawing/2014/main" id="{19D70B9F-98DD-1F5F-1CB5-EFC99C8B5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35" b="25122"/>
          <a:stretch>
            <a:fillRect/>
          </a:stretch>
        </p:blipFill>
        <p:spPr bwMode="auto">
          <a:xfrm>
            <a:off x="8164727" y="3261219"/>
            <a:ext cx="2021832" cy="745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C5E33CD-20BF-239F-6A16-A8990BE4A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7729" y="3454867"/>
            <a:ext cx="2152011" cy="55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4A47D0A-2F96-52A9-EF79-8F568BE6A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041" y="4674789"/>
            <a:ext cx="1697202" cy="41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Our history - InterContinental Hotels Group PLC">
            <a:extLst>
              <a:ext uri="{FF2B5EF4-FFF2-40B4-BE49-F238E27FC236}">
                <a16:creationId xmlns:a16="http://schemas.microsoft.com/office/drawing/2014/main" id="{B0459FFA-A18D-2595-EFB0-B6C0EFCAE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7725" y="4295962"/>
            <a:ext cx="1830237" cy="102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36BF0DE-9011-4F29-B56E-10998598D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486" y="5379935"/>
            <a:ext cx="991131" cy="77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Wyndham Hotels &amp; Resorts - WHG Corporate">
            <a:extLst>
              <a:ext uri="{FF2B5EF4-FFF2-40B4-BE49-F238E27FC236}">
                <a16:creationId xmlns:a16="http://schemas.microsoft.com/office/drawing/2014/main" id="{401F6DF2-7722-8C00-CB37-BC8ED0ADE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620" y="5500737"/>
            <a:ext cx="2331878" cy="61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otel Residences and Hotels | AKA">
            <a:extLst>
              <a:ext uri="{FF2B5EF4-FFF2-40B4-BE49-F238E27FC236}">
                <a16:creationId xmlns:a16="http://schemas.microsoft.com/office/drawing/2014/main" id="{EA2AB0C3-E9DB-8A9C-96CF-C6A129630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0388" y="3471772"/>
            <a:ext cx="1042518" cy="44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89F86E98-233F-CDA1-7E82-C022A94B7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0430" y="3360814"/>
            <a:ext cx="1561153" cy="69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Noble House Hotels &amp; Resorts Introduces 'Stay Safe, Start Living'">
            <a:extLst>
              <a:ext uri="{FF2B5EF4-FFF2-40B4-BE49-F238E27FC236}">
                <a16:creationId xmlns:a16="http://schemas.microsoft.com/office/drawing/2014/main" id="{429AD1D6-7BA6-A6AE-123E-A1C0A61F2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654" y="4375748"/>
            <a:ext cx="1834921" cy="46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Highgate Hotels MediaValet Case Study | DAM for Hospitality">
            <a:extLst>
              <a:ext uri="{FF2B5EF4-FFF2-40B4-BE49-F238E27FC236}">
                <a16:creationId xmlns:a16="http://schemas.microsoft.com/office/drawing/2014/main" id="{F3FB482E-4B77-07B1-0A86-A3A7985E1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5986" y="4326164"/>
            <a:ext cx="1985854" cy="53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Crescent Hotels &amp; Resorts">
            <a:extLst>
              <a:ext uri="{FF2B5EF4-FFF2-40B4-BE49-F238E27FC236}">
                <a16:creationId xmlns:a16="http://schemas.microsoft.com/office/drawing/2014/main" id="{8D84DB2E-3462-7366-3064-CE2798A0E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4475" y="3431377"/>
            <a:ext cx="1434643" cy="64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PYRAMID GLOBAL HOSPITALITY ANNOUNCES RECORD YEAR">
            <a:extLst>
              <a:ext uri="{FF2B5EF4-FFF2-40B4-BE49-F238E27FC236}">
                <a16:creationId xmlns:a16="http://schemas.microsoft.com/office/drawing/2014/main" id="{5EC5599B-C022-4FA3-C4CA-0560F1FA4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46" b="19126"/>
          <a:stretch>
            <a:fillRect/>
          </a:stretch>
        </p:blipFill>
        <p:spPr bwMode="auto">
          <a:xfrm>
            <a:off x="12780934" y="5273372"/>
            <a:ext cx="2331878" cy="67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Home - InnVest | InnVest">
            <a:extLst>
              <a:ext uri="{FF2B5EF4-FFF2-40B4-BE49-F238E27FC236}">
                <a16:creationId xmlns:a16="http://schemas.microsoft.com/office/drawing/2014/main" id="{C841D5C3-C96E-41BB-137D-E8687B66B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7460" y="4403612"/>
            <a:ext cx="1643319" cy="46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The Coast Hotels &amp; datenight BC Sustainable Holiday Gift Guide">
            <a:extLst>
              <a:ext uri="{FF2B5EF4-FFF2-40B4-BE49-F238E27FC236}">
                <a16:creationId xmlns:a16="http://schemas.microsoft.com/office/drawing/2014/main" id="{BE9BDC42-9FE6-89EB-34F8-7A92388E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0429" y="5355867"/>
            <a:ext cx="1834921" cy="50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Hersha Hospitality Trust">
            <a:extLst>
              <a:ext uri="{FF2B5EF4-FFF2-40B4-BE49-F238E27FC236}">
                <a16:creationId xmlns:a16="http://schemas.microsoft.com/office/drawing/2014/main" id="{CFFB0C14-1C99-86E7-905C-FF35751C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3182" y="5451245"/>
            <a:ext cx="1991874" cy="25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460779-3DBB-7A1B-6F8D-C827F137E93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39616" y="6423568"/>
            <a:ext cx="1985854" cy="7865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5B1EE2-B17A-3191-D8CA-E7F770FA1E7B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-517" t="29959" r="517" b="29229"/>
          <a:stretch>
            <a:fillRect/>
          </a:stretch>
        </p:blipFill>
        <p:spPr>
          <a:xfrm>
            <a:off x="10829517" y="6472060"/>
            <a:ext cx="3041184" cy="689535"/>
          </a:xfrm>
          <a:prstGeom prst="rect">
            <a:avLst/>
          </a:prstGeom>
        </p:spPr>
      </p:pic>
      <p:pic>
        <p:nvPicPr>
          <p:cNvPr id="1058" name="Picture 34" descr="Visit Tucson | Tucson, AZ 85701">
            <a:extLst>
              <a:ext uri="{FF2B5EF4-FFF2-40B4-BE49-F238E27FC236}">
                <a16:creationId xmlns:a16="http://schemas.microsoft.com/office/drawing/2014/main" id="{4EAFBBA6-E0A5-B827-FAFE-F8F2A2660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6215" y="6319920"/>
            <a:ext cx="1834939" cy="88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tel Caring • Enriched Communities, Lasting Impressions">
            <a:extLst>
              <a:ext uri="{FF2B5EF4-FFF2-40B4-BE49-F238E27FC236}">
                <a16:creationId xmlns:a16="http://schemas.microsoft.com/office/drawing/2014/main" id="{CA2D3880-6A76-1645-ADFD-41615BFF2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0707" y="6319920"/>
            <a:ext cx="629894" cy="90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54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476142" y="1074579"/>
            <a:ext cx="915289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5566410" algn="l"/>
              </a:tabLst>
            </a:pPr>
            <a:r>
              <a:rPr lang="en-CA" sz="4450" b="1" spc="390">
                <a:latin typeface="Montserrat"/>
                <a:cs typeface="Montserrat"/>
              </a:rPr>
              <a:t>Benefits</a:t>
            </a:r>
            <a:endParaRPr sz="445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03432" y="710297"/>
            <a:ext cx="497141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13255" algn="l"/>
                <a:tab pos="3082925" algn="l"/>
              </a:tabLst>
            </a:pP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G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R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 err="1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60" dirty="0">
                <a:solidFill>
                  <a:srgbClr val="585858"/>
                </a:solidFill>
                <a:latin typeface="Montserrat"/>
                <a:cs typeface="Montserrat"/>
              </a:rPr>
              <a:t>N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	K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 dirty="0">
                <a:solidFill>
                  <a:srgbClr val="585858"/>
                </a:solidFill>
                <a:latin typeface="Montserrat"/>
                <a:cs typeface="Montserrat"/>
              </a:rPr>
              <a:t>Y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	G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O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B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A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 dirty="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endParaRPr sz="2300" dirty="0">
              <a:latin typeface="Montserrat"/>
              <a:cs typeface="Montserra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93C04E-EEC4-79B5-1A8C-1A5504180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14" y="2143076"/>
            <a:ext cx="11634398" cy="77420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2F9BD-7918-6C3C-8C12-EEF50D04AD89}"/>
              </a:ext>
            </a:extLst>
          </p:cNvPr>
          <p:cNvSpPr txBox="1"/>
          <p:nvPr/>
        </p:nvSpPr>
        <p:spPr>
          <a:xfrm>
            <a:off x="13243560" y="8793480"/>
            <a:ext cx="214884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200" dirty="0">
                <a:latin typeface="Montserrat" panose="00000500000000000000" pitchFamily="50" charset="0"/>
              </a:rPr>
              <a:t>Globally Recognized Certification</a:t>
            </a:r>
          </a:p>
        </p:txBody>
      </p:sp>
    </p:spTree>
    <p:extLst>
      <p:ext uri="{BB962C8B-B14F-4D97-AF65-F5344CB8AC3E}">
        <p14:creationId xmlns:p14="http://schemas.microsoft.com/office/powerpoint/2010/main" val="3650982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880870" y="617795"/>
            <a:ext cx="12208727" cy="403948"/>
          </a:xfrm>
          <a:prstGeom prst="rect">
            <a:avLst/>
          </a:prstGeom>
        </p:spPr>
        <p:txBody>
          <a:bodyPr vert="horz" wrap="square" lIns="0" tIns="49521" rIns="0" bIns="0" rtlCol="0">
            <a:spAutoFit/>
          </a:bodyPr>
          <a:lstStyle/>
          <a:p>
            <a:pPr marR="42536" algn="ctr" defTabSz="914206">
              <a:spcBef>
                <a:spcPts val="390"/>
              </a:spcBef>
              <a:tabLst>
                <a:tab pos="3086083" algn="l"/>
                <a:tab pos="4284710" algn="l"/>
                <a:tab pos="7959313" algn="l"/>
              </a:tabLst>
            </a:pP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T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R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A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V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R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 dirty="0">
                <a:solidFill>
                  <a:srgbClr val="585858"/>
                </a:solidFill>
                <a:latin typeface="Montserrat"/>
                <a:cs typeface="Montserrat"/>
              </a:rPr>
              <a:t>S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	A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R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 dirty="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	S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U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S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T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A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I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N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A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B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 dirty="0">
                <a:solidFill>
                  <a:srgbClr val="585858"/>
                </a:solidFill>
                <a:latin typeface="Montserrat"/>
                <a:cs typeface="Montserrat"/>
              </a:rPr>
              <a:t>Y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	S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A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R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C</a:t>
            </a:r>
            <a:r>
              <a:rPr sz="2300" spc="38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H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I</a:t>
            </a:r>
            <a:r>
              <a:rPr sz="2300" spc="38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dirty="0">
                <a:solidFill>
                  <a:srgbClr val="585858"/>
                </a:solidFill>
                <a:latin typeface="Montserrat"/>
                <a:cs typeface="Montserrat"/>
              </a:rPr>
              <a:t>N</a:t>
            </a:r>
            <a:r>
              <a:rPr sz="2300" spc="37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 dirty="0">
                <a:solidFill>
                  <a:srgbClr val="585858"/>
                </a:solidFill>
                <a:latin typeface="Montserrat"/>
                <a:cs typeface="Montserrat"/>
              </a:rPr>
              <a:t>G</a:t>
            </a:r>
            <a:endParaRPr sz="2300" dirty="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9450" y="4956187"/>
            <a:ext cx="9311793" cy="2123849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 marL="12697" defTabSz="914206">
              <a:spcBef>
                <a:spcPts val="105"/>
              </a:spcBef>
            </a:pPr>
            <a:r>
              <a:rPr lang="en-CA" sz="6949" i="1" spc="-30" dirty="0">
                <a:solidFill>
                  <a:srgbClr val="484848"/>
                </a:solidFill>
                <a:latin typeface="Montserrat Thin"/>
                <a:cs typeface="Montserrat Thin"/>
              </a:rPr>
              <a:t>Certified properties</a:t>
            </a:r>
            <a:endParaRPr sz="6949" dirty="0">
              <a:latin typeface="Montserrat Thin"/>
              <a:cs typeface="Montserrat Thin"/>
            </a:endParaRPr>
          </a:p>
          <a:p>
            <a:pPr marL="143479" defTabSz="914206">
              <a:spcBef>
                <a:spcPts val="155"/>
              </a:spcBef>
            </a:pPr>
            <a:r>
              <a:rPr sz="6598" b="1" spc="215" dirty="0">
                <a:solidFill>
                  <a:srgbClr val="0A9344"/>
                </a:solidFill>
                <a:latin typeface="Montserrat"/>
                <a:cs typeface="Montserrat"/>
              </a:rPr>
              <a:t>FEATURED</a:t>
            </a:r>
            <a:r>
              <a:rPr sz="6598" b="1" spc="465" dirty="0">
                <a:solidFill>
                  <a:srgbClr val="0A9344"/>
                </a:solidFill>
                <a:latin typeface="Montserrat"/>
                <a:cs typeface="Montserrat"/>
              </a:rPr>
              <a:t> </a:t>
            </a:r>
            <a:r>
              <a:rPr sz="6598" b="1" spc="165" dirty="0">
                <a:solidFill>
                  <a:srgbClr val="0A9344"/>
                </a:solidFill>
                <a:latin typeface="Montserrat"/>
                <a:cs typeface="Montserrat"/>
              </a:rPr>
              <a:t>HERE</a:t>
            </a:r>
            <a:endParaRPr sz="6598" dirty="0">
              <a:latin typeface="Montserrat"/>
              <a:cs typeface="Montserra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29620" y="7379673"/>
            <a:ext cx="2943300" cy="2022091"/>
          </a:xfrm>
          <a:custGeom>
            <a:avLst/>
            <a:gdLst/>
            <a:ahLst/>
            <a:cxnLst/>
            <a:rect l="l" t="t" r="r" b="b"/>
            <a:pathLst>
              <a:path w="2943859" h="2022475">
                <a:moveTo>
                  <a:pt x="1209941" y="1011008"/>
                </a:moveTo>
                <a:lnTo>
                  <a:pt x="451434" y="0"/>
                </a:lnTo>
                <a:lnTo>
                  <a:pt x="0" y="0"/>
                </a:lnTo>
                <a:lnTo>
                  <a:pt x="758469" y="1011008"/>
                </a:lnTo>
                <a:lnTo>
                  <a:pt x="0" y="2021979"/>
                </a:lnTo>
                <a:lnTo>
                  <a:pt x="451434" y="2021979"/>
                </a:lnTo>
                <a:lnTo>
                  <a:pt x="1209941" y="1011008"/>
                </a:lnTo>
                <a:close/>
              </a:path>
              <a:path w="2943859" h="2022475">
                <a:moveTo>
                  <a:pt x="2076742" y="1011008"/>
                </a:moveTo>
                <a:lnTo>
                  <a:pt x="1318272" y="0"/>
                </a:lnTo>
                <a:lnTo>
                  <a:pt x="866800" y="0"/>
                </a:lnTo>
                <a:lnTo>
                  <a:pt x="1625307" y="1011008"/>
                </a:lnTo>
                <a:lnTo>
                  <a:pt x="866800" y="2021979"/>
                </a:lnTo>
                <a:lnTo>
                  <a:pt x="1318272" y="2021979"/>
                </a:lnTo>
                <a:lnTo>
                  <a:pt x="2076742" y="1011008"/>
                </a:lnTo>
                <a:close/>
              </a:path>
              <a:path w="2943859" h="2022475">
                <a:moveTo>
                  <a:pt x="2943568" y="1011008"/>
                </a:moveTo>
                <a:lnTo>
                  <a:pt x="2185098" y="0"/>
                </a:lnTo>
                <a:lnTo>
                  <a:pt x="1733626" y="0"/>
                </a:lnTo>
                <a:lnTo>
                  <a:pt x="2492095" y="1011008"/>
                </a:lnTo>
                <a:lnTo>
                  <a:pt x="1733626" y="2021979"/>
                </a:lnTo>
                <a:lnTo>
                  <a:pt x="2185098" y="2021979"/>
                </a:lnTo>
                <a:lnTo>
                  <a:pt x="2943568" y="1011008"/>
                </a:lnTo>
                <a:close/>
              </a:path>
            </a:pathLst>
          </a:custGeom>
          <a:solidFill>
            <a:srgbClr val="0A9344">
              <a:alpha val="17646"/>
            </a:srgbClr>
          </a:solidFill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61879" y="3454621"/>
            <a:ext cx="2312230" cy="1588468"/>
          </a:xfrm>
          <a:custGeom>
            <a:avLst/>
            <a:gdLst/>
            <a:ahLst/>
            <a:cxnLst/>
            <a:rect l="l" t="t" r="r" b="b"/>
            <a:pathLst>
              <a:path w="2312670" h="1588770">
                <a:moveTo>
                  <a:pt x="950506" y="794207"/>
                </a:moveTo>
                <a:lnTo>
                  <a:pt x="354660" y="0"/>
                </a:lnTo>
                <a:lnTo>
                  <a:pt x="0" y="0"/>
                </a:lnTo>
                <a:lnTo>
                  <a:pt x="595833" y="794207"/>
                </a:lnTo>
                <a:lnTo>
                  <a:pt x="0" y="1588414"/>
                </a:lnTo>
                <a:lnTo>
                  <a:pt x="354660" y="1588414"/>
                </a:lnTo>
                <a:lnTo>
                  <a:pt x="950506" y="794207"/>
                </a:lnTo>
                <a:close/>
              </a:path>
              <a:path w="2312670" h="1588770">
                <a:moveTo>
                  <a:pt x="1631480" y="794207"/>
                </a:moveTo>
                <a:lnTo>
                  <a:pt x="1035608" y="0"/>
                </a:lnTo>
                <a:lnTo>
                  <a:pt x="680935" y="0"/>
                </a:lnTo>
                <a:lnTo>
                  <a:pt x="1276807" y="794207"/>
                </a:lnTo>
                <a:lnTo>
                  <a:pt x="680935" y="1588414"/>
                </a:lnTo>
                <a:lnTo>
                  <a:pt x="1035608" y="1588414"/>
                </a:lnTo>
                <a:lnTo>
                  <a:pt x="1631480" y="794207"/>
                </a:lnTo>
                <a:close/>
              </a:path>
              <a:path w="2312670" h="1588770">
                <a:moveTo>
                  <a:pt x="2312416" y="794207"/>
                </a:moveTo>
                <a:lnTo>
                  <a:pt x="1716570" y="0"/>
                </a:lnTo>
                <a:lnTo>
                  <a:pt x="1361909" y="0"/>
                </a:lnTo>
                <a:lnTo>
                  <a:pt x="1957743" y="794207"/>
                </a:lnTo>
                <a:lnTo>
                  <a:pt x="1361909" y="1588414"/>
                </a:lnTo>
                <a:lnTo>
                  <a:pt x="1716570" y="1588414"/>
                </a:lnTo>
                <a:lnTo>
                  <a:pt x="2312416" y="794207"/>
                </a:lnTo>
                <a:close/>
              </a:path>
            </a:pathLst>
          </a:custGeom>
          <a:solidFill>
            <a:srgbClr val="8BC53E">
              <a:alpha val="18037"/>
            </a:srgbClr>
          </a:solidFill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3266" y="7026400"/>
            <a:ext cx="1923048" cy="1321184"/>
          </a:xfrm>
          <a:custGeom>
            <a:avLst/>
            <a:gdLst/>
            <a:ahLst/>
            <a:cxnLst/>
            <a:rect l="l" t="t" r="r" b="b"/>
            <a:pathLst>
              <a:path w="1923414" h="1321434">
                <a:moveTo>
                  <a:pt x="790422" y="660450"/>
                </a:moveTo>
                <a:lnTo>
                  <a:pt x="294932" y="0"/>
                </a:lnTo>
                <a:lnTo>
                  <a:pt x="0" y="0"/>
                </a:lnTo>
                <a:lnTo>
                  <a:pt x="495490" y="660450"/>
                </a:lnTo>
                <a:lnTo>
                  <a:pt x="0" y="1320901"/>
                </a:lnTo>
                <a:lnTo>
                  <a:pt x="294932" y="1320901"/>
                </a:lnTo>
                <a:lnTo>
                  <a:pt x="790422" y="660450"/>
                </a:lnTo>
                <a:close/>
              </a:path>
              <a:path w="1923414" h="1321434">
                <a:moveTo>
                  <a:pt x="1356715" y="660450"/>
                </a:moveTo>
                <a:lnTo>
                  <a:pt x="861199" y="0"/>
                </a:lnTo>
                <a:lnTo>
                  <a:pt x="566267" y="0"/>
                </a:lnTo>
                <a:lnTo>
                  <a:pt x="1061783" y="660450"/>
                </a:lnTo>
                <a:lnTo>
                  <a:pt x="566267" y="1320901"/>
                </a:lnTo>
                <a:lnTo>
                  <a:pt x="861199" y="1320901"/>
                </a:lnTo>
                <a:lnTo>
                  <a:pt x="1356715" y="660450"/>
                </a:lnTo>
                <a:close/>
              </a:path>
              <a:path w="1923414" h="1321434">
                <a:moveTo>
                  <a:pt x="1922970" y="660450"/>
                </a:moveTo>
                <a:lnTo>
                  <a:pt x="1427480" y="0"/>
                </a:lnTo>
                <a:lnTo>
                  <a:pt x="1132547" y="0"/>
                </a:lnTo>
                <a:lnTo>
                  <a:pt x="1628038" y="660450"/>
                </a:lnTo>
                <a:lnTo>
                  <a:pt x="1132547" y="1320901"/>
                </a:lnTo>
                <a:lnTo>
                  <a:pt x="1427480" y="1320901"/>
                </a:lnTo>
                <a:lnTo>
                  <a:pt x="1922970" y="660450"/>
                </a:lnTo>
                <a:close/>
              </a:path>
            </a:pathLst>
          </a:custGeom>
          <a:solidFill>
            <a:srgbClr val="DAE357">
              <a:alpha val="17646"/>
            </a:srgbClr>
          </a:solidFill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818995-A047-EE75-3620-FD2B03F10BFC}"/>
              </a:ext>
            </a:extLst>
          </p:cNvPr>
          <p:cNvSpPr/>
          <p:nvPr/>
        </p:nvSpPr>
        <p:spPr>
          <a:xfrm>
            <a:off x="1461772" y="1181806"/>
            <a:ext cx="17215344" cy="1208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50653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256" b="1" dirty="0">
                <a:ln w="0"/>
                <a:gradFill flip="none" rotWithShape="1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 panose="02000505000000020004" pitchFamily="2" charset="0"/>
              </a:rPr>
              <a:t>Booking Engines Are Adapting </a:t>
            </a:r>
          </a:p>
        </p:txBody>
      </p:sp>
      <p:pic>
        <p:nvPicPr>
          <p:cNvPr id="2" name="Picture 2" descr="Booking.Com Logo, symbol, meaning, history, PNG, brand">
            <a:extLst>
              <a:ext uri="{FF2B5EF4-FFF2-40B4-BE49-F238E27FC236}">
                <a16:creationId xmlns:a16="http://schemas.microsoft.com/office/drawing/2014/main" id="{DDE3E6B7-0F32-1637-9434-FF3D45C90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2549" y="2921999"/>
            <a:ext cx="4857750" cy="273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xpedia Group">
            <a:extLst>
              <a:ext uri="{FF2B5EF4-FFF2-40B4-BE49-F238E27FC236}">
                <a16:creationId xmlns:a16="http://schemas.microsoft.com/office/drawing/2014/main" id="{D1B68D36-4CEE-265D-4E73-FF2C3887F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5059" y="6650328"/>
            <a:ext cx="5669946" cy="114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oogle logo - Wikipedia">
            <a:extLst>
              <a:ext uri="{FF2B5EF4-FFF2-40B4-BE49-F238E27FC236}">
                <a16:creationId xmlns:a16="http://schemas.microsoft.com/office/drawing/2014/main" id="{C9D9981B-1278-5032-4C08-1CB80F771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857" y="8992690"/>
            <a:ext cx="4255135" cy="143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89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7443" rIns="0" bIns="0" rtlCol="0">
            <a:spAutoFit/>
          </a:bodyPr>
          <a:lstStyle/>
          <a:p>
            <a:pPr marL="3307079">
              <a:lnSpc>
                <a:spcPct val="100000"/>
              </a:lnSpc>
              <a:spcBef>
                <a:spcPts val="100"/>
              </a:spcBef>
            </a:pPr>
            <a:r>
              <a:rPr sz="10000" spc="180"/>
              <a:t>How</a:t>
            </a:r>
            <a:r>
              <a:rPr sz="10000" spc="540"/>
              <a:t> </a:t>
            </a:r>
            <a:r>
              <a:rPr sz="10000" spc="135"/>
              <a:t>It</a:t>
            </a:r>
            <a:r>
              <a:rPr sz="10000" spc="545"/>
              <a:t> </a:t>
            </a:r>
            <a:r>
              <a:rPr sz="10000" spc="260"/>
              <a:t>Works</a:t>
            </a:r>
            <a:endParaRPr sz="10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object 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8504" y="3166480"/>
            <a:ext cx="1319089" cy="1316810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13643717" y="3166479"/>
            <a:ext cx="1318009" cy="1317374"/>
            <a:chOff x="15899218" y="2728514"/>
            <a:chExt cx="1318260" cy="1317625"/>
          </a:xfrm>
        </p:grpSpPr>
        <p:sp>
          <p:nvSpPr>
            <p:cNvPr id="52" name="object 52"/>
            <p:cNvSpPr/>
            <p:nvPr/>
          </p:nvSpPr>
          <p:spPr>
            <a:xfrm>
              <a:off x="15899218" y="2728514"/>
              <a:ext cx="1318260" cy="1317625"/>
            </a:xfrm>
            <a:custGeom>
              <a:avLst/>
              <a:gdLst/>
              <a:ahLst/>
              <a:cxnLst/>
              <a:rect l="l" t="t" r="r" b="b"/>
              <a:pathLst>
                <a:path w="1318259" h="1317625">
                  <a:moveTo>
                    <a:pt x="1318100" y="1317069"/>
                  </a:moveTo>
                  <a:lnTo>
                    <a:pt x="0" y="1317069"/>
                  </a:lnTo>
                  <a:lnTo>
                    <a:pt x="0" y="0"/>
                  </a:lnTo>
                  <a:lnTo>
                    <a:pt x="1318100" y="0"/>
                  </a:lnTo>
                  <a:lnTo>
                    <a:pt x="1318100" y="1317069"/>
                  </a:lnTo>
                  <a:close/>
                </a:path>
              </a:pathLst>
            </a:custGeom>
            <a:solidFill>
              <a:srgbClr val="C5182C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6027006" y="2837389"/>
              <a:ext cx="899794" cy="1023619"/>
            </a:xfrm>
            <a:custGeom>
              <a:avLst/>
              <a:gdLst/>
              <a:ahLst/>
              <a:cxnLst/>
              <a:rect l="l" t="t" r="r" b="b"/>
              <a:pathLst>
                <a:path w="899794" h="1023620">
                  <a:moveTo>
                    <a:pt x="139268" y="189090"/>
                  </a:moveTo>
                  <a:lnTo>
                    <a:pt x="121246" y="189090"/>
                  </a:lnTo>
                  <a:lnTo>
                    <a:pt x="121246" y="79400"/>
                  </a:lnTo>
                  <a:lnTo>
                    <a:pt x="121246" y="1625"/>
                  </a:lnTo>
                  <a:lnTo>
                    <a:pt x="79463" y="1625"/>
                  </a:lnTo>
                  <a:lnTo>
                    <a:pt x="79463" y="79400"/>
                  </a:lnTo>
                  <a:lnTo>
                    <a:pt x="79463" y="189090"/>
                  </a:lnTo>
                  <a:lnTo>
                    <a:pt x="39331" y="189090"/>
                  </a:lnTo>
                  <a:lnTo>
                    <a:pt x="79463" y="79400"/>
                  </a:lnTo>
                  <a:lnTo>
                    <a:pt x="79463" y="1625"/>
                  </a:lnTo>
                  <a:lnTo>
                    <a:pt x="77012" y="1625"/>
                  </a:lnTo>
                  <a:lnTo>
                    <a:pt x="0" y="196456"/>
                  </a:lnTo>
                  <a:lnTo>
                    <a:pt x="0" y="223469"/>
                  </a:lnTo>
                  <a:lnTo>
                    <a:pt x="78651" y="223469"/>
                  </a:lnTo>
                  <a:lnTo>
                    <a:pt x="78651" y="267677"/>
                  </a:lnTo>
                  <a:lnTo>
                    <a:pt x="121246" y="267677"/>
                  </a:lnTo>
                  <a:lnTo>
                    <a:pt x="121246" y="224294"/>
                  </a:lnTo>
                  <a:lnTo>
                    <a:pt x="139268" y="224294"/>
                  </a:lnTo>
                  <a:lnTo>
                    <a:pt x="139268" y="189090"/>
                  </a:lnTo>
                  <a:close/>
                </a:path>
                <a:path w="899794" h="1023620">
                  <a:moveTo>
                    <a:pt x="292468" y="159613"/>
                  </a:moveTo>
                  <a:lnTo>
                    <a:pt x="249047" y="159613"/>
                  </a:lnTo>
                  <a:lnTo>
                    <a:pt x="249047" y="267665"/>
                  </a:lnTo>
                  <a:lnTo>
                    <a:pt x="292468" y="267665"/>
                  </a:lnTo>
                  <a:lnTo>
                    <a:pt x="292468" y="252933"/>
                  </a:lnTo>
                  <a:lnTo>
                    <a:pt x="267081" y="252933"/>
                  </a:lnTo>
                  <a:lnTo>
                    <a:pt x="267081" y="220192"/>
                  </a:lnTo>
                  <a:lnTo>
                    <a:pt x="285102" y="220192"/>
                  </a:lnTo>
                  <a:lnTo>
                    <a:pt x="285102" y="205460"/>
                  </a:lnTo>
                  <a:lnTo>
                    <a:pt x="267081" y="205460"/>
                  </a:lnTo>
                  <a:lnTo>
                    <a:pt x="267081" y="174345"/>
                  </a:lnTo>
                  <a:lnTo>
                    <a:pt x="292468" y="174345"/>
                  </a:lnTo>
                  <a:lnTo>
                    <a:pt x="292468" y="159613"/>
                  </a:lnTo>
                  <a:close/>
                </a:path>
                <a:path w="899794" h="1023620">
                  <a:moveTo>
                    <a:pt x="303936" y="28638"/>
                  </a:moveTo>
                  <a:lnTo>
                    <a:pt x="302234" y="17259"/>
                  </a:lnTo>
                  <a:lnTo>
                    <a:pt x="300799" y="14732"/>
                  </a:lnTo>
                  <a:lnTo>
                    <a:pt x="297078" y="8178"/>
                  </a:lnTo>
                  <a:lnTo>
                    <a:pt x="288391" y="2171"/>
                  </a:lnTo>
                  <a:lnTo>
                    <a:pt x="285915" y="1739"/>
                  </a:lnTo>
                  <a:lnTo>
                    <a:pt x="285915" y="19634"/>
                  </a:lnTo>
                  <a:lnTo>
                    <a:pt x="285915" y="91668"/>
                  </a:lnTo>
                  <a:lnTo>
                    <a:pt x="282638" y="96583"/>
                  </a:lnTo>
                  <a:lnTo>
                    <a:pt x="270357" y="96583"/>
                  </a:lnTo>
                  <a:lnTo>
                    <a:pt x="267893" y="91668"/>
                  </a:lnTo>
                  <a:lnTo>
                    <a:pt x="267893" y="19634"/>
                  </a:lnTo>
                  <a:lnTo>
                    <a:pt x="270357" y="14732"/>
                  </a:lnTo>
                  <a:lnTo>
                    <a:pt x="283464" y="14732"/>
                  </a:lnTo>
                  <a:lnTo>
                    <a:pt x="285915" y="19634"/>
                  </a:lnTo>
                  <a:lnTo>
                    <a:pt x="285915" y="1739"/>
                  </a:lnTo>
                  <a:lnTo>
                    <a:pt x="250634" y="16916"/>
                  </a:lnTo>
                  <a:lnTo>
                    <a:pt x="249059" y="28638"/>
                  </a:lnTo>
                  <a:lnTo>
                    <a:pt x="249059" y="81026"/>
                  </a:lnTo>
                  <a:lnTo>
                    <a:pt x="250177" y="91249"/>
                  </a:lnTo>
                  <a:lnTo>
                    <a:pt x="253771" y="99555"/>
                  </a:lnTo>
                  <a:lnTo>
                    <a:pt x="260108" y="105549"/>
                  </a:lnTo>
                  <a:lnTo>
                    <a:pt x="269532" y="108864"/>
                  </a:lnTo>
                  <a:lnTo>
                    <a:pt x="269532" y="116230"/>
                  </a:lnTo>
                  <a:lnTo>
                    <a:pt x="303936" y="121958"/>
                  </a:lnTo>
                  <a:lnTo>
                    <a:pt x="303936" y="108864"/>
                  </a:lnTo>
                  <a:lnTo>
                    <a:pt x="290830" y="106413"/>
                  </a:lnTo>
                  <a:lnTo>
                    <a:pt x="296684" y="102323"/>
                  </a:lnTo>
                  <a:lnTo>
                    <a:pt x="300697" y="96583"/>
                  </a:lnTo>
                  <a:lnTo>
                    <a:pt x="303161" y="89255"/>
                  </a:lnTo>
                  <a:lnTo>
                    <a:pt x="303936" y="81026"/>
                  </a:lnTo>
                  <a:lnTo>
                    <a:pt x="303936" y="28638"/>
                  </a:lnTo>
                  <a:close/>
                </a:path>
                <a:path w="899794" h="1023620">
                  <a:moveTo>
                    <a:pt x="357187" y="188264"/>
                  </a:moveTo>
                  <a:lnTo>
                    <a:pt x="339166" y="161061"/>
                  </a:lnTo>
                  <a:lnTo>
                    <a:pt x="339166" y="178447"/>
                  </a:lnTo>
                  <a:lnTo>
                    <a:pt x="339166" y="248018"/>
                  </a:lnTo>
                  <a:lnTo>
                    <a:pt x="335889" y="252107"/>
                  </a:lnTo>
                  <a:lnTo>
                    <a:pt x="321144" y="252107"/>
                  </a:lnTo>
                  <a:lnTo>
                    <a:pt x="321144" y="174345"/>
                  </a:lnTo>
                  <a:lnTo>
                    <a:pt x="336702" y="174345"/>
                  </a:lnTo>
                  <a:lnTo>
                    <a:pt x="339166" y="178447"/>
                  </a:lnTo>
                  <a:lnTo>
                    <a:pt x="339166" y="161061"/>
                  </a:lnTo>
                  <a:lnTo>
                    <a:pt x="330974" y="159613"/>
                  </a:lnTo>
                  <a:lnTo>
                    <a:pt x="303123" y="159613"/>
                  </a:lnTo>
                  <a:lnTo>
                    <a:pt x="303123" y="266852"/>
                  </a:lnTo>
                  <a:lnTo>
                    <a:pt x="330974" y="266852"/>
                  </a:lnTo>
                  <a:lnTo>
                    <a:pt x="357187" y="238201"/>
                  </a:lnTo>
                  <a:lnTo>
                    <a:pt x="357187" y="188264"/>
                  </a:lnTo>
                  <a:close/>
                </a:path>
                <a:path w="899794" h="1023620">
                  <a:moveTo>
                    <a:pt x="367842" y="1625"/>
                  </a:moveTo>
                  <a:lnTo>
                    <a:pt x="351459" y="1625"/>
                  </a:lnTo>
                  <a:lnTo>
                    <a:pt x="351459" y="91668"/>
                  </a:lnTo>
                  <a:lnTo>
                    <a:pt x="348996" y="95770"/>
                  </a:lnTo>
                  <a:lnTo>
                    <a:pt x="335889" y="95770"/>
                  </a:lnTo>
                  <a:lnTo>
                    <a:pt x="333438" y="91668"/>
                  </a:lnTo>
                  <a:lnTo>
                    <a:pt x="333438" y="1625"/>
                  </a:lnTo>
                  <a:lnTo>
                    <a:pt x="315417" y="1625"/>
                  </a:lnTo>
                  <a:lnTo>
                    <a:pt x="315417" y="82664"/>
                  </a:lnTo>
                  <a:lnTo>
                    <a:pt x="316979" y="94272"/>
                  </a:lnTo>
                  <a:lnTo>
                    <a:pt x="321856" y="103035"/>
                  </a:lnTo>
                  <a:lnTo>
                    <a:pt x="330276" y="108572"/>
                  </a:lnTo>
                  <a:lnTo>
                    <a:pt x="342442" y="110502"/>
                  </a:lnTo>
                  <a:lnTo>
                    <a:pt x="354012" y="108458"/>
                  </a:lnTo>
                  <a:lnTo>
                    <a:pt x="361899" y="102730"/>
                  </a:lnTo>
                  <a:lnTo>
                    <a:pt x="365467" y="95770"/>
                  </a:lnTo>
                  <a:lnTo>
                    <a:pt x="366407" y="93929"/>
                  </a:lnTo>
                  <a:lnTo>
                    <a:pt x="367842" y="82664"/>
                  </a:lnTo>
                  <a:lnTo>
                    <a:pt x="367842" y="1625"/>
                  </a:lnTo>
                  <a:close/>
                </a:path>
                <a:path w="899794" h="1023620">
                  <a:moveTo>
                    <a:pt x="421906" y="159613"/>
                  </a:moveTo>
                  <a:lnTo>
                    <a:pt x="405523" y="159613"/>
                  </a:lnTo>
                  <a:lnTo>
                    <a:pt x="405523" y="249656"/>
                  </a:lnTo>
                  <a:lnTo>
                    <a:pt x="403059" y="253746"/>
                  </a:lnTo>
                  <a:lnTo>
                    <a:pt x="389953" y="253746"/>
                  </a:lnTo>
                  <a:lnTo>
                    <a:pt x="387502" y="249656"/>
                  </a:lnTo>
                  <a:lnTo>
                    <a:pt x="387502" y="159613"/>
                  </a:lnTo>
                  <a:lnTo>
                    <a:pt x="369481" y="159613"/>
                  </a:lnTo>
                  <a:lnTo>
                    <a:pt x="369481" y="240652"/>
                  </a:lnTo>
                  <a:lnTo>
                    <a:pt x="371055" y="252260"/>
                  </a:lnTo>
                  <a:lnTo>
                    <a:pt x="375932" y="261010"/>
                  </a:lnTo>
                  <a:lnTo>
                    <a:pt x="384340" y="266547"/>
                  </a:lnTo>
                  <a:lnTo>
                    <a:pt x="396506" y="268490"/>
                  </a:lnTo>
                  <a:lnTo>
                    <a:pt x="408076" y="266433"/>
                  </a:lnTo>
                  <a:lnTo>
                    <a:pt x="415963" y="260705"/>
                  </a:lnTo>
                  <a:lnTo>
                    <a:pt x="419531" y="253746"/>
                  </a:lnTo>
                  <a:lnTo>
                    <a:pt x="420471" y="251904"/>
                  </a:lnTo>
                  <a:lnTo>
                    <a:pt x="421906" y="240652"/>
                  </a:lnTo>
                  <a:lnTo>
                    <a:pt x="421906" y="159613"/>
                  </a:lnTo>
                  <a:close/>
                </a:path>
                <a:path w="899794" h="1023620">
                  <a:moveTo>
                    <a:pt x="436651" y="108864"/>
                  </a:moveTo>
                  <a:lnTo>
                    <a:pt x="432904" y="89217"/>
                  </a:lnTo>
                  <a:lnTo>
                    <a:pt x="430237" y="75298"/>
                  </a:lnTo>
                  <a:lnTo>
                    <a:pt x="421957" y="31915"/>
                  </a:lnTo>
                  <a:lnTo>
                    <a:pt x="416179" y="1625"/>
                  </a:lnTo>
                  <a:lnTo>
                    <a:pt x="412076" y="1625"/>
                  </a:lnTo>
                  <a:lnTo>
                    <a:pt x="412076" y="75298"/>
                  </a:lnTo>
                  <a:lnTo>
                    <a:pt x="397332" y="75298"/>
                  </a:lnTo>
                  <a:lnTo>
                    <a:pt x="404698" y="31915"/>
                  </a:lnTo>
                  <a:lnTo>
                    <a:pt x="412076" y="75298"/>
                  </a:lnTo>
                  <a:lnTo>
                    <a:pt x="412076" y="1625"/>
                  </a:lnTo>
                  <a:lnTo>
                    <a:pt x="395693" y="1625"/>
                  </a:lnTo>
                  <a:lnTo>
                    <a:pt x="375208" y="108864"/>
                  </a:lnTo>
                  <a:lnTo>
                    <a:pt x="392417" y="108864"/>
                  </a:lnTo>
                  <a:lnTo>
                    <a:pt x="395693" y="89217"/>
                  </a:lnTo>
                  <a:lnTo>
                    <a:pt x="414540" y="89217"/>
                  </a:lnTo>
                  <a:lnTo>
                    <a:pt x="417817" y="108864"/>
                  </a:lnTo>
                  <a:lnTo>
                    <a:pt x="436651" y="108864"/>
                  </a:lnTo>
                  <a:close/>
                </a:path>
                <a:path w="899794" h="1023620">
                  <a:moveTo>
                    <a:pt x="450570" y="597547"/>
                  </a:moveTo>
                  <a:lnTo>
                    <a:pt x="213817" y="460844"/>
                  </a:lnTo>
                  <a:lnTo>
                    <a:pt x="213817" y="902868"/>
                  </a:lnTo>
                  <a:lnTo>
                    <a:pt x="450570" y="974090"/>
                  </a:lnTo>
                  <a:lnTo>
                    <a:pt x="450570" y="597547"/>
                  </a:lnTo>
                  <a:close/>
                </a:path>
                <a:path w="899794" h="1023620">
                  <a:moveTo>
                    <a:pt x="484162" y="94132"/>
                  </a:moveTo>
                  <a:lnTo>
                    <a:pt x="462864" y="94132"/>
                  </a:lnTo>
                  <a:lnTo>
                    <a:pt x="462864" y="1625"/>
                  </a:lnTo>
                  <a:lnTo>
                    <a:pt x="444842" y="1625"/>
                  </a:lnTo>
                  <a:lnTo>
                    <a:pt x="444842" y="108864"/>
                  </a:lnTo>
                  <a:lnTo>
                    <a:pt x="484162" y="108864"/>
                  </a:lnTo>
                  <a:lnTo>
                    <a:pt x="484162" y="94132"/>
                  </a:lnTo>
                  <a:close/>
                </a:path>
                <a:path w="899794" h="1023620">
                  <a:moveTo>
                    <a:pt x="485800" y="184988"/>
                  </a:moveTo>
                  <a:lnTo>
                    <a:pt x="460413" y="157975"/>
                  </a:lnTo>
                  <a:lnTo>
                    <a:pt x="448233" y="160032"/>
                  </a:lnTo>
                  <a:lnTo>
                    <a:pt x="439826" y="165862"/>
                  </a:lnTo>
                  <a:lnTo>
                    <a:pt x="434949" y="174904"/>
                  </a:lnTo>
                  <a:lnTo>
                    <a:pt x="433374" y="186626"/>
                  </a:lnTo>
                  <a:lnTo>
                    <a:pt x="433374" y="239014"/>
                  </a:lnTo>
                  <a:lnTo>
                    <a:pt x="434949" y="250901"/>
                  </a:lnTo>
                  <a:lnTo>
                    <a:pt x="439826" y="260400"/>
                  </a:lnTo>
                  <a:lnTo>
                    <a:pt x="448233" y="266992"/>
                  </a:lnTo>
                  <a:lnTo>
                    <a:pt x="460413" y="270116"/>
                  </a:lnTo>
                  <a:lnTo>
                    <a:pt x="472325" y="268084"/>
                  </a:lnTo>
                  <a:lnTo>
                    <a:pt x="480174" y="262445"/>
                  </a:lnTo>
                  <a:lnTo>
                    <a:pt x="484136" y="254571"/>
                  </a:lnTo>
                  <a:lnTo>
                    <a:pt x="484479" y="253885"/>
                  </a:lnTo>
                  <a:lnTo>
                    <a:pt x="485800" y="243103"/>
                  </a:lnTo>
                  <a:lnTo>
                    <a:pt x="485800" y="224282"/>
                  </a:lnTo>
                  <a:lnTo>
                    <a:pt x="469417" y="224282"/>
                  </a:lnTo>
                  <a:lnTo>
                    <a:pt x="469417" y="250482"/>
                  </a:lnTo>
                  <a:lnTo>
                    <a:pt x="466966" y="254571"/>
                  </a:lnTo>
                  <a:lnTo>
                    <a:pt x="453859" y="254571"/>
                  </a:lnTo>
                  <a:lnTo>
                    <a:pt x="451396" y="249656"/>
                  </a:lnTo>
                  <a:lnTo>
                    <a:pt x="451396" y="178447"/>
                  </a:lnTo>
                  <a:lnTo>
                    <a:pt x="453859" y="173532"/>
                  </a:lnTo>
                  <a:lnTo>
                    <a:pt x="466966" y="173532"/>
                  </a:lnTo>
                  <a:lnTo>
                    <a:pt x="469417" y="177622"/>
                  </a:lnTo>
                  <a:lnTo>
                    <a:pt x="469417" y="198081"/>
                  </a:lnTo>
                  <a:lnTo>
                    <a:pt x="485800" y="198081"/>
                  </a:lnTo>
                  <a:lnTo>
                    <a:pt x="485800" y="184988"/>
                  </a:lnTo>
                  <a:close/>
                </a:path>
                <a:path w="899794" h="1023620">
                  <a:moveTo>
                    <a:pt x="511200" y="1625"/>
                  </a:moveTo>
                  <a:lnTo>
                    <a:pt x="493179" y="1625"/>
                  </a:lnTo>
                  <a:lnTo>
                    <a:pt x="493179" y="108864"/>
                  </a:lnTo>
                  <a:lnTo>
                    <a:pt x="511200" y="108864"/>
                  </a:lnTo>
                  <a:lnTo>
                    <a:pt x="511200" y="1625"/>
                  </a:lnTo>
                  <a:close/>
                </a:path>
                <a:path w="899794" h="1023620">
                  <a:moveTo>
                    <a:pt x="553796" y="266852"/>
                  </a:moveTo>
                  <a:lnTo>
                    <a:pt x="550049" y="247205"/>
                  </a:lnTo>
                  <a:lnTo>
                    <a:pt x="547382" y="233286"/>
                  </a:lnTo>
                  <a:lnTo>
                    <a:pt x="539102" y="189903"/>
                  </a:lnTo>
                  <a:lnTo>
                    <a:pt x="533311" y="159613"/>
                  </a:lnTo>
                  <a:lnTo>
                    <a:pt x="529221" y="159613"/>
                  </a:lnTo>
                  <a:lnTo>
                    <a:pt x="529221" y="233286"/>
                  </a:lnTo>
                  <a:lnTo>
                    <a:pt x="514477" y="233286"/>
                  </a:lnTo>
                  <a:lnTo>
                    <a:pt x="521843" y="189903"/>
                  </a:lnTo>
                  <a:lnTo>
                    <a:pt x="529221" y="233286"/>
                  </a:lnTo>
                  <a:lnTo>
                    <a:pt x="529221" y="159613"/>
                  </a:lnTo>
                  <a:lnTo>
                    <a:pt x="512838" y="159613"/>
                  </a:lnTo>
                  <a:lnTo>
                    <a:pt x="492353" y="266852"/>
                  </a:lnTo>
                  <a:lnTo>
                    <a:pt x="509562" y="266852"/>
                  </a:lnTo>
                  <a:lnTo>
                    <a:pt x="512838" y="247205"/>
                  </a:lnTo>
                  <a:lnTo>
                    <a:pt x="531672" y="247205"/>
                  </a:lnTo>
                  <a:lnTo>
                    <a:pt x="534949" y="266852"/>
                  </a:lnTo>
                  <a:lnTo>
                    <a:pt x="553796" y="266852"/>
                  </a:lnTo>
                  <a:close/>
                </a:path>
                <a:path w="899794" h="1023620">
                  <a:moveTo>
                    <a:pt x="568540" y="1625"/>
                  </a:moveTo>
                  <a:lnTo>
                    <a:pt x="520217" y="1625"/>
                  </a:lnTo>
                  <a:lnTo>
                    <a:pt x="521030" y="16370"/>
                  </a:lnTo>
                  <a:lnTo>
                    <a:pt x="535774" y="16370"/>
                  </a:lnTo>
                  <a:lnTo>
                    <a:pt x="535774" y="108864"/>
                  </a:lnTo>
                  <a:lnTo>
                    <a:pt x="553796" y="108864"/>
                  </a:lnTo>
                  <a:lnTo>
                    <a:pt x="553796" y="16370"/>
                  </a:lnTo>
                  <a:lnTo>
                    <a:pt x="568540" y="16370"/>
                  </a:lnTo>
                  <a:lnTo>
                    <a:pt x="568540" y="1625"/>
                  </a:lnTo>
                  <a:close/>
                </a:path>
                <a:path w="899794" h="1023620">
                  <a:moveTo>
                    <a:pt x="599668" y="159613"/>
                  </a:moveTo>
                  <a:lnTo>
                    <a:pt x="552157" y="159613"/>
                  </a:lnTo>
                  <a:lnTo>
                    <a:pt x="552157" y="174345"/>
                  </a:lnTo>
                  <a:lnTo>
                    <a:pt x="566902" y="174345"/>
                  </a:lnTo>
                  <a:lnTo>
                    <a:pt x="566902" y="266852"/>
                  </a:lnTo>
                  <a:lnTo>
                    <a:pt x="584923" y="266852"/>
                  </a:lnTo>
                  <a:lnTo>
                    <a:pt x="584923" y="174345"/>
                  </a:lnTo>
                  <a:lnTo>
                    <a:pt x="599668" y="174345"/>
                  </a:lnTo>
                  <a:lnTo>
                    <a:pt x="599668" y="159613"/>
                  </a:lnTo>
                  <a:close/>
                </a:path>
                <a:path w="899794" h="1023620">
                  <a:moveTo>
                    <a:pt x="627519" y="159613"/>
                  </a:moveTo>
                  <a:lnTo>
                    <a:pt x="609498" y="159613"/>
                  </a:lnTo>
                  <a:lnTo>
                    <a:pt x="609498" y="266852"/>
                  </a:lnTo>
                  <a:lnTo>
                    <a:pt x="627519" y="266852"/>
                  </a:lnTo>
                  <a:lnTo>
                    <a:pt x="627519" y="159613"/>
                  </a:lnTo>
                  <a:close/>
                </a:path>
                <a:path w="899794" h="1023620">
                  <a:moveTo>
                    <a:pt x="630809" y="1625"/>
                  </a:moveTo>
                  <a:lnTo>
                    <a:pt x="613600" y="1625"/>
                  </a:lnTo>
                  <a:lnTo>
                    <a:pt x="602957" y="42557"/>
                  </a:lnTo>
                  <a:lnTo>
                    <a:pt x="592302" y="1625"/>
                  </a:lnTo>
                  <a:lnTo>
                    <a:pt x="573455" y="1625"/>
                  </a:lnTo>
                  <a:lnTo>
                    <a:pt x="593940" y="67932"/>
                  </a:lnTo>
                  <a:lnTo>
                    <a:pt x="593940" y="108864"/>
                  </a:lnTo>
                  <a:lnTo>
                    <a:pt x="611962" y="108864"/>
                  </a:lnTo>
                  <a:lnTo>
                    <a:pt x="611962" y="67932"/>
                  </a:lnTo>
                  <a:lnTo>
                    <a:pt x="619175" y="42557"/>
                  </a:lnTo>
                  <a:lnTo>
                    <a:pt x="630809" y="1625"/>
                  </a:lnTo>
                  <a:close/>
                </a:path>
                <a:path w="899794" h="1023620">
                  <a:moveTo>
                    <a:pt x="694702" y="186626"/>
                  </a:moveTo>
                  <a:lnTo>
                    <a:pt x="693000" y="175247"/>
                  </a:lnTo>
                  <a:lnTo>
                    <a:pt x="691553" y="172707"/>
                  </a:lnTo>
                  <a:lnTo>
                    <a:pt x="687844" y="166166"/>
                  </a:lnTo>
                  <a:lnTo>
                    <a:pt x="679145" y="160147"/>
                  </a:lnTo>
                  <a:lnTo>
                    <a:pt x="676681" y="159715"/>
                  </a:lnTo>
                  <a:lnTo>
                    <a:pt x="676681" y="177622"/>
                  </a:lnTo>
                  <a:lnTo>
                    <a:pt x="676681" y="248843"/>
                  </a:lnTo>
                  <a:lnTo>
                    <a:pt x="673404" y="252933"/>
                  </a:lnTo>
                  <a:lnTo>
                    <a:pt x="667664" y="253746"/>
                  </a:lnTo>
                  <a:lnTo>
                    <a:pt x="661111" y="253746"/>
                  </a:lnTo>
                  <a:lnTo>
                    <a:pt x="658660" y="248843"/>
                  </a:lnTo>
                  <a:lnTo>
                    <a:pt x="658660" y="177622"/>
                  </a:lnTo>
                  <a:lnTo>
                    <a:pt x="661111" y="172707"/>
                  </a:lnTo>
                  <a:lnTo>
                    <a:pt x="674217" y="172707"/>
                  </a:lnTo>
                  <a:lnTo>
                    <a:pt x="676681" y="177622"/>
                  </a:lnTo>
                  <a:lnTo>
                    <a:pt x="676681" y="159715"/>
                  </a:lnTo>
                  <a:lnTo>
                    <a:pt x="641388" y="174904"/>
                  </a:lnTo>
                  <a:lnTo>
                    <a:pt x="639813" y="186626"/>
                  </a:lnTo>
                  <a:lnTo>
                    <a:pt x="639813" y="239014"/>
                  </a:lnTo>
                  <a:lnTo>
                    <a:pt x="641388" y="250863"/>
                  </a:lnTo>
                  <a:lnTo>
                    <a:pt x="646264" y="260096"/>
                  </a:lnTo>
                  <a:lnTo>
                    <a:pt x="654672" y="265950"/>
                  </a:lnTo>
                  <a:lnTo>
                    <a:pt x="666851" y="267665"/>
                  </a:lnTo>
                  <a:lnTo>
                    <a:pt x="679488" y="265493"/>
                  </a:lnTo>
                  <a:lnTo>
                    <a:pt x="688149" y="259486"/>
                  </a:lnTo>
                  <a:lnTo>
                    <a:pt x="691286" y="253746"/>
                  </a:lnTo>
                  <a:lnTo>
                    <a:pt x="693115" y="250405"/>
                  </a:lnTo>
                  <a:lnTo>
                    <a:pt x="694702" y="239014"/>
                  </a:lnTo>
                  <a:lnTo>
                    <a:pt x="694702" y="186626"/>
                  </a:lnTo>
                  <a:close/>
                </a:path>
                <a:path w="899794" h="1023620">
                  <a:moveTo>
                    <a:pt x="714362" y="460844"/>
                  </a:moveTo>
                  <a:lnTo>
                    <a:pt x="475970" y="598373"/>
                  </a:lnTo>
                  <a:lnTo>
                    <a:pt x="475970" y="974090"/>
                  </a:lnTo>
                  <a:lnTo>
                    <a:pt x="714362" y="902055"/>
                  </a:lnTo>
                  <a:lnTo>
                    <a:pt x="714362" y="460844"/>
                  </a:lnTo>
                  <a:close/>
                </a:path>
                <a:path w="899794" h="1023620">
                  <a:moveTo>
                    <a:pt x="758596" y="160439"/>
                  </a:moveTo>
                  <a:lnTo>
                    <a:pt x="743851" y="160439"/>
                  </a:lnTo>
                  <a:lnTo>
                    <a:pt x="743851" y="221830"/>
                  </a:lnTo>
                  <a:lnTo>
                    <a:pt x="736777" y="199720"/>
                  </a:lnTo>
                  <a:lnTo>
                    <a:pt x="724192" y="160439"/>
                  </a:lnTo>
                  <a:lnTo>
                    <a:pt x="706170" y="160439"/>
                  </a:lnTo>
                  <a:lnTo>
                    <a:pt x="706170" y="267665"/>
                  </a:lnTo>
                  <a:lnTo>
                    <a:pt x="721728" y="267665"/>
                  </a:lnTo>
                  <a:lnTo>
                    <a:pt x="721728" y="199720"/>
                  </a:lnTo>
                  <a:lnTo>
                    <a:pt x="743038" y="267665"/>
                  </a:lnTo>
                  <a:lnTo>
                    <a:pt x="758596" y="267665"/>
                  </a:lnTo>
                  <a:lnTo>
                    <a:pt x="758596" y="221830"/>
                  </a:lnTo>
                  <a:lnTo>
                    <a:pt x="758596" y="160439"/>
                  </a:lnTo>
                  <a:close/>
                </a:path>
                <a:path w="899794" h="1023620">
                  <a:moveTo>
                    <a:pt x="765149" y="480491"/>
                  </a:moveTo>
                  <a:lnTo>
                    <a:pt x="739749" y="460032"/>
                  </a:lnTo>
                  <a:lnTo>
                    <a:pt x="739749" y="914336"/>
                  </a:lnTo>
                  <a:lnTo>
                    <a:pt x="476796" y="999464"/>
                  </a:lnTo>
                  <a:lnTo>
                    <a:pt x="450570" y="999464"/>
                  </a:lnTo>
                  <a:lnTo>
                    <a:pt x="188429" y="926617"/>
                  </a:lnTo>
                  <a:lnTo>
                    <a:pt x="188429" y="460032"/>
                  </a:lnTo>
                  <a:lnTo>
                    <a:pt x="163029" y="480491"/>
                  </a:lnTo>
                  <a:lnTo>
                    <a:pt x="163029" y="943800"/>
                  </a:lnTo>
                  <a:lnTo>
                    <a:pt x="448932" y="1023200"/>
                  </a:lnTo>
                  <a:lnTo>
                    <a:pt x="478434" y="1023200"/>
                  </a:lnTo>
                  <a:lnTo>
                    <a:pt x="741387" y="939711"/>
                  </a:lnTo>
                  <a:lnTo>
                    <a:pt x="765149" y="932345"/>
                  </a:lnTo>
                  <a:lnTo>
                    <a:pt x="765149" y="480491"/>
                  </a:lnTo>
                  <a:close/>
                </a:path>
                <a:path w="899794" h="1023620">
                  <a:moveTo>
                    <a:pt x="899490" y="501777"/>
                  </a:moveTo>
                  <a:lnTo>
                    <a:pt x="843788" y="501777"/>
                  </a:lnTo>
                  <a:lnTo>
                    <a:pt x="843788" y="894689"/>
                  </a:lnTo>
                  <a:lnTo>
                    <a:pt x="871639" y="992098"/>
                  </a:lnTo>
                  <a:lnTo>
                    <a:pt x="899490" y="894689"/>
                  </a:lnTo>
                  <a:lnTo>
                    <a:pt x="899490" y="501777"/>
                  </a:lnTo>
                  <a:close/>
                </a:path>
                <a:path w="899794" h="1023620">
                  <a:moveTo>
                    <a:pt x="899490" y="450202"/>
                  </a:moveTo>
                  <a:lnTo>
                    <a:pt x="897331" y="439293"/>
                  </a:lnTo>
                  <a:lnTo>
                    <a:pt x="891400" y="430466"/>
                  </a:lnTo>
                  <a:lnTo>
                    <a:pt x="882561" y="424535"/>
                  </a:lnTo>
                  <a:lnTo>
                    <a:pt x="871639" y="422376"/>
                  </a:lnTo>
                  <a:lnTo>
                    <a:pt x="860729" y="424535"/>
                  </a:lnTo>
                  <a:lnTo>
                    <a:pt x="851877" y="430466"/>
                  </a:lnTo>
                  <a:lnTo>
                    <a:pt x="845959" y="439293"/>
                  </a:lnTo>
                  <a:lnTo>
                    <a:pt x="843788" y="450202"/>
                  </a:lnTo>
                  <a:lnTo>
                    <a:pt x="843788" y="480491"/>
                  </a:lnTo>
                  <a:lnTo>
                    <a:pt x="899490" y="480491"/>
                  </a:lnTo>
                  <a:lnTo>
                    <a:pt x="899490" y="4502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pic>
        <p:nvPicPr>
          <p:cNvPr id="54" name="object 5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10324" y="4608678"/>
            <a:ext cx="1319097" cy="1316819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15084654" y="6049623"/>
            <a:ext cx="1318009" cy="1318644"/>
            <a:chOff x="17340429" y="5612206"/>
            <a:chExt cx="1318260" cy="1318895"/>
          </a:xfrm>
        </p:grpSpPr>
        <p:sp>
          <p:nvSpPr>
            <p:cNvPr id="56" name="object 56"/>
            <p:cNvSpPr/>
            <p:nvPr/>
          </p:nvSpPr>
          <p:spPr>
            <a:xfrm>
              <a:off x="17340429" y="5612206"/>
              <a:ext cx="1318260" cy="1318895"/>
            </a:xfrm>
            <a:custGeom>
              <a:avLst/>
              <a:gdLst/>
              <a:ahLst/>
              <a:cxnLst/>
              <a:rect l="l" t="t" r="r" b="b"/>
              <a:pathLst>
                <a:path w="1318259" h="1318895">
                  <a:moveTo>
                    <a:pt x="1318091" y="1318316"/>
                  </a:moveTo>
                  <a:lnTo>
                    <a:pt x="0" y="1318316"/>
                  </a:lnTo>
                  <a:lnTo>
                    <a:pt x="0" y="0"/>
                  </a:lnTo>
                  <a:lnTo>
                    <a:pt x="1318091" y="0"/>
                  </a:lnTo>
                  <a:lnTo>
                    <a:pt x="1318091" y="1318316"/>
                  </a:lnTo>
                  <a:close/>
                </a:path>
              </a:pathLst>
            </a:custGeom>
            <a:solidFill>
              <a:srgbClr val="55C02B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7437087" y="5722829"/>
              <a:ext cx="885825" cy="1048385"/>
            </a:xfrm>
            <a:custGeom>
              <a:avLst/>
              <a:gdLst/>
              <a:ahLst/>
              <a:cxnLst/>
              <a:rect l="l" t="t" r="r" b="b"/>
              <a:pathLst>
                <a:path w="885825" h="1048384">
                  <a:moveTo>
                    <a:pt x="76187" y="0"/>
                  </a:moveTo>
                  <a:lnTo>
                    <a:pt x="40970" y="0"/>
                  </a:lnTo>
                  <a:lnTo>
                    <a:pt x="0" y="48336"/>
                  </a:lnTo>
                  <a:lnTo>
                    <a:pt x="0" y="95034"/>
                  </a:lnTo>
                  <a:lnTo>
                    <a:pt x="31140" y="62268"/>
                  </a:lnTo>
                  <a:lnTo>
                    <a:pt x="31953" y="62268"/>
                  </a:lnTo>
                  <a:lnTo>
                    <a:pt x="31953" y="266280"/>
                  </a:lnTo>
                  <a:lnTo>
                    <a:pt x="76187" y="266280"/>
                  </a:lnTo>
                  <a:lnTo>
                    <a:pt x="76187" y="62268"/>
                  </a:lnTo>
                  <a:lnTo>
                    <a:pt x="76187" y="0"/>
                  </a:lnTo>
                  <a:close/>
                </a:path>
                <a:path w="885825" h="1048384">
                  <a:moveTo>
                    <a:pt x="228561" y="142557"/>
                  </a:moveTo>
                  <a:lnTo>
                    <a:pt x="225234" y="119621"/>
                  </a:lnTo>
                  <a:lnTo>
                    <a:pt x="224739" y="116192"/>
                  </a:lnTo>
                  <a:lnTo>
                    <a:pt x="216966" y="102412"/>
                  </a:lnTo>
                  <a:lnTo>
                    <a:pt x="214528" y="98107"/>
                  </a:lnTo>
                  <a:lnTo>
                    <a:pt x="199872" y="87718"/>
                  </a:lnTo>
                  <a:lnTo>
                    <a:pt x="182689" y="84391"/>
                  </a:lnTo>
                  <a:lnTo>
                    <a:pt x="170230" y="85585"/>
                  </a:lnTo>
                  <a:lnTo>
                    <a:pt x="159854" y="89103"/>
                  </a:lnTo>
                  <a:lnTo>
                    <a:pt x="151472" y="94754"/>
                  </a:lnTo>
                  <a:lnTo>
                    <a:pt x="145008" y="102412"/>
                  </a:lnTo>
                  <a:lnTo>
                    <a:pt x="145008" y="36042"/>
                  </a:lnTo>
                  <a:lnTo>
                    <a:pt x="222008" y="36042"/>
                  </a:lnTo>
                  <a:lnTo>
                    <a:pt x="222008" y="0"/>
                  </a:lnTo>
                  <a:lnTo>
                    <a:pt x="104038" y="0"/>
                  </a:lnTo>
                  <a:lnTo>
                    <a:pt x="104038" y="149936"/>
                  </a:lnTo>
                  <a:lnTo>
                    <a:pt x="145008" y="149936"/>
                  </a:lnTo>
                  <a:lnTo>
                    <a:pt x="145110" y="143383"/>
                  </a:lnTo>
                  <a:lnTo>
                    <a:pt x="146342" y="133794"/>
                  </a:lnTo>
                  <a:lnTo>
                    <a:pt x="150228" y="126072"/>
                  </a:lnTo>
                  <a:lnTo>
                    <a:pt x="156413" y="121272"/>
                  </a:lnTo>
                  <a:lnTo>
                    <a:pt x="164668" y="119621"/>
                  </a:lnTo>
                  <a:lnTo>
                    <a:pt x="173482" y="121259"/>
                  </a:lnTo>
                  <a:lnTo>
                    <a:pt x="179311" y="125971"/>
                  </a:lnTo>
                  <a:lnTo>
                    <a:pt x="182524" y="133438"/>
                  </a:lnTo>
                  <a:lnTo>
                    <a:pt x="183426" y="142557"/>
                  </a:lnTo>
                  <a:lnTo>
                    <a:pt x="183502" y="207289"/>
                  </a:lnTo>
                  <a:lnTo>
                    <a:pt x="182524" y="216877"/>
                  </a:lnTo>
                  <a:lnTo>
                    <a:pt x="179311" y="224396"/>
                  </a:lnTo>
                  <a:lnTo>
                    <a:pt x="173482" y="229298"/>
                  </a:lnTo>
                  <a:lnTo>
                    <a:pt x="164668" y="231051"/>
                  </a:lnTo>
                  <a:lnTo>
                    <a:pt x="154901" y="229260"/>
                  </a:lnTo>
                  <a:lnTo>
                    <a:pt x="148590" y="224078"/>
                  </a:lnTo>
                  <a:lnTo>
                    <a:pt x="145199" y="215836"/>
                  </a:lnTo>
                  <a:lnTo>
                    <a:pt x="144183" y="204825"/>
                  </a:lnTo>
                  <a:lnTo>
                    <a:pt x="144183" y="171234"/>
                  </a:lnTo>
                  <a:lnTo>
                    <a:pt x="103225" y="171234"/>
                  </a:lnTo>
                  <a:lnTo>
                    <a:pt x="103225" y="201549"/>
                  </a:lnTo>
                  <a:lnTo>
                    <a:pt x="106489" y="228854"/>
                  </a:lnTo>
                  <a:lnTo>
                    <a:pt x="117043" y="249796"/>
                  </a:lnTo>
                  <a:lnTo>
                    <a:pt x="136055" y="263194"/>
                  </a:lnTo>
                  <a:lnTo>
                    <a:pt x="164668" y="267919"/>
                  </a:lnTo>
                  <a:lnTo>
                    <a:pt x="193662" y="263626"/>
                  </a:lnTo>
                  <a:lnTo>
                    <a:pt x="213512" y="251434"/>
                  </a:lnTo>
                  <a:lnTo>
                    <a:pt x="224917" y="232321"/>
                  </a:lnTo>
                  <a:lnTo>
                    <a:pt x="225094" y="231051"/>
                  </a:lnTo>
                  <a:lnTo>
                    <a:pt x="228561" y="207289"/>
                  </a:lnTo>
                  <a:lnTo>
                    <a:pt x="228561" y="142557"/>
                  </a:lnTo>
                  <a:close/>
                </a:path>
                <a:path w="885825" h="1048384">
                  <a:moveTo>
                    <a:pt x="458762" y="782459"/>
                  </a:moveTo>
                  <a:lnTo>
                    <a:pt x="457123" y="780821"/>
                  </a:lnTo>
                  <a:lnTo>
                    <a:pt x="415340" y="780821"/>
                  </a:lnTo>
                  <a:lnTo>
                    <a:pt x="413702" y="782459"/>
                  </a:lnTo>
                  <a:lnTo>
                    <a:pt x="413702" y="881608"/>
                  </a:lnTo>
                  <a:lnTo>
                    <a:pt x="415340" y="883246"/>
                  </a:lnTo>
                  <a:lnTo>
                    <a:pt x="457123" y="883246"/>
                  </a:lnTo>
                  <a:lnTo>
                    <a:pt x="458762" y="881608"/>
                  </a:lnTo>
                  <a:lnTo>
                    <a:pt x="458762" y="782459"/>
                  </a:lnTo>
                  <a:close/>
                </a:path>
                <a:path w="885825" h="1048384">
                  <a:moveTo>
                    <a:pt x="594741" y="650544"/>
                  </a:moveTo>
                  <a:lnTo>
                    <a:pt x="588518" y="614959"/>
                  </a:lnTo>
                  <a:lnTo>
                    <a:pt x="571296" y="584593"/>
                  </a:lnTo>
                  <a:lnTo>
                    <a:pt x="545325" y="561594"/>
                  </a:lnTo>
                  <a:lnTo>
                    <a:pt x="512826" y="548132"/>
                  </a:lnTo>
                  <a:lnTo>
                    <a:pt x="517131" y="538619"/>
                  </a:lnTo>
                  <a:lnTo>
                    <a:pt x="520204" y="528574"/>
                  </a:lnTo>
                  <a:lnTo>
                    <a:pt x="522046" y="518058"/>
                  </a:lnTo>
                  <a:lnTo>
                    <a:pt x="522655" y="507161"/>
                  </a:lnTo>
                  <a:lnTo>
                    <a:pt x="515188" y="470319"/>
                  </a:lnTo>
                  <a:lnTo>
                    <a:pt x="494906" y="440385"/>
                  </a:lnTo>
                  <a:lnTo>
                    <a:pt x="464947" y="420293"/>
                  </a:lnTo>
                  <a:lnTo>
                    <a:pt x="428447" y="412940"/>
                  </a:lnTo>
                  <a:lnTo>
                    <a:pt x="393585" y="419709"/>
                  </a:lnTo>
                  <a:lnTo>
                    <a:pt x="364553" y="438238"/>
                  </a:lnTo>
                  <a:lnTo>
                    <a:pt x="344119" y="465823"/>
                  </a:lnTo>
                  <a:lnTo>
                    <a:pt x="335064" y="499795"/>
                  </a:lnTo>
                  <a:lnTo>
                    <a:pt x="330962" y="499795"/>
                  </a:lnTo>
                  <a:lnTo>
                    <a:pt x="303834" y="505256"/>
                  </a:lnTo>
                  <a:lnTo>
                    <a:pt x="281711" y="520166"/>
                  </a:lnTo>
                  <a:lnTo>
                    <a:pt x="266801" y="542302"/>
                  </a:lnTo>
                  <a:lnTo>
                    <a:pt x="261327" y="569429"/>
                  </a:lnTo>
                  <a:lnTo>
                    <a:pt x="263944" y="588225"/>
                  </a:lnTo>
                  <a:lnTo>
                    <a:pt x="271157" y="604875"/>
                  </a:lnTo>
                  <a:lnTo>
                    <a:pt x="282067" y="618744"/>
                  </a:lnTo>
                  <a:lnTo>
                    <a:pt x="295732" y="629246"/>
                  </a:lnTo>
                  <a:lnTo>
                    <a:pt x="287007" y="639953"/>
                  </a:lnTo>
                  <a:lnTo>
                    <a:pt x="280581" y="652183"/>
                  </a:lnTo>
                  <a:lnTo>
                    <a:pt x="276618" y="665657"/>
                  </a:lnTo>
                  <a:lnTo>
                    <a:pt x="275259" y="680046"/>
                  </a:lnTo>
                  <a:lnTo>
                    <a:pt x="281139" y="708977"/>
                  </a:lnTo>
                  <a:lnTo>
                    <a:pt x="297167" y="732688"/>
                  </a:lnTo>
                  <a:lnTo>
                    <a:pt x="320878" y="748715"/>
                  </a:lnTo>
                  <a:lnTo>
                    <a:pt x="349808" y="754608"/>
                  </a:lnTo>
                  <a:lnTo>
                    <a:pt x="489889" y="755421"/>
                  </a:lnTo>
                  <a:lnTo>
                    <a:pt x="530809" y="747217"/>
                  </a:lnTo>
                  <a:lnTo>
                    <a:pt x="564134" y="724801"/>
                  </a:lnTo>
                  <a:lnTo>
                    <a:pt x="586536" y="691476"/>
                  </a:lnTo>
                  <a:lnTo>
                    <a:pt x="594741" y="650544"/>
                  </a:lnTo>
                  <a:close/>
                </a:path>
                <a:path w="885825" h="1048384">
                  <a:moveTo>
                    <a:pt x="767600" y="512902"/>
                  </a:moveTo>
                  <a:lnTo>
                    <a:pt x="767054" y="511263"/>
                  </a:lnTo>
                  <a:lnTo>
                    <a:pt x="766775" y="510438"/>
                  </a:lnTo>
                  <a:lnTo>
                    <a:pt x="766775" y="507161"/>
                  </a:lnTo>
                  <a:lnTo>
                    <a:pt x="766775" y="506349"/>
                  </a:lnTo>
                  <a:lnTo>
                    <a:pt x="765962" y="505523"/>
                  </a:lnTo>
                  <a:lnTo>
                    <a:pt x="765136" y="503885"/>
                  </a:lnTo>
                  <a:lnTo>
                    <a:pt x="755281" y="496836"/>
                  </a:lnTo>
                  <a:lnTo>
                    <a:pt x="745274" y="491705"/>
                  </a:lnTo>
                  <a:lnTo>
                    <a:pt x="734961" y="488569"/>
                  </a:lnTo>
                  <a:lnTo>
                    <a:pt x="724179" y="487502"/>
                  </a:lnTo>
                  <a:lnTo>
                    <a:pt x="708456" y="489648"/>
                  </a:lnTo>
                  <a:lnTo>
                    <a:pt x="694893" y="494880"/>
                  </a:lnTo>
                  <a:lnTo>
                    <a:pt x="684085" y="501332"/>
                  </a:lnTo>
                  <a:lnTo>
                    <a:pt x="676668" y="507161"/>
                  </a:lnTo>
                  <a:lnTo>
                    <a:pt x="670013" y="502920"/>
                  </a:lnTo>
                  <a:lnTo>
                    <a:pt x="660285" y="498360"/>
                  </a:lnTo>
                  <a:lnTo>
                    <a:pt x="648093" y="494715"/>
                  </a:lnTo>
                  <a:lnTo>
                    <a:pt x="634072" y="493242"/>
                  </a:lnTo>
                  <a:lnTo>
                    <a:pt x="621614" y="494601"/>
                  </a:lnTo>
                  <a:lnTo>
                    <a:pt x="610006" y="498665"/>
                  </a:lnTo>
                  <a:lnTo>
                    <a:pt x="599160" y="505333"/>
                  </a:lnTo>
                  <a:lnTo>
                    <a:pt x="589013" y="514540"/>
                  </a:lnTo>
                  <a:lnTo>
                    <a:pt x="585736" y="515353"/>
                  </a:lnTo>
                  <a:lnTo>
                    <a:pt x="585812" y="523709"/>
                  </a:lnTo>
                  <a:lnTo>
                    <a:pt x="586549" y="525195"/>
                  </a:lnTo>
                  <a:lnTo>
                    <a:pt x="589826" y="526834"/>
                  </a:lnTo>
                  <a:lnTo>
                    <a:pt x="593102" y="526834"/>
                  </a:lnTo>
                  <a:lnTo>
                    <a:pt x="593928" y="526008"/>
                  </a:lnTo>
                  <a:lnTo>
                    <a:pt x="594741" y="526008"/>
                  </a:lnTo>
                  <a:lnTo>
                    <a:pt x="595566" y="525195"/>
                  </a:lnTo>
                  <a:lnTo>
                    <a:pt x="598017" y="523557"/>
                  </a:lnTo>
                  <a:lnTo>
                    <a:pt x="607034" y="519455"/>
                  </a:lnTo>
                  <a:lnTo>
                    <a:pt x="620141" y="519455"/>
                  </a:lnTo>
                  <a:lnTo>
                    <a:pt x="670928" y="538302"/>
                  </a:lnTo>
                  <a:lnTo>
                    <a:pt x="671753" y="539115"/>
                  </a:lnTo>
                  <a:lnTo>
                    <a:pt x="675030" y="540753"/>
                  </a:lnTo>
                  <a:lnTo>
                    <a:pt x="679119" y="540753"/>
                  </a:lnTo>
                  <a:lnTo>
                    <a:pt x="681583" y="539940"/>
                  </a:lnTo>
                  <a:lnTo>
                    <a:pt x="682396" y="538302"/>
                  </a:lnTo>
                  <a:lnTo>
                    <a:pt x="683221" y="537476"/>
                  </a:lnTo>
                  <a:lnTo>
                    <a:pt x="714857" y="515772"/>
                  </a:lnTo>
                  <a:lnTo>
                    <a:pt x="739749" y="511263"/>
                  </a:lnTo>
                  <a:lnTo>
                    <a:pt x="747941" y="511263"/>
                  </a:lnTo>
                  <a:lnTo>
                    <a:pt x="754494" y="512902"/>
                  </a:lnTo>
                  <a:lnTo>
                    <a:pt x="757770" y="516178"/>
                  </a:lnTo>
                  <a:lnTo>
                    <a:pt x="763498" y="516178"/>
                  </a:lnTo>
                  <a:lnTo>
                    <a:pt x="765962" y="515353"/>
                  </a:lnTo>
                  <a:lnTo>
                    <a:pt x="767600" y="512902"/>
                  </a:lnTo>
                  <a:close/>
                </a:path>
                <a:path w="885825" h="1048384">
                  <a:moveTo>
                    <a:pt x="856894" y="459638"/>
                  </a:moveTo>
                  <a:lnTo>
                    <a:pt x="856068" y="458825"/>
                  </a:lnTo>
                  <a:lnTo>
                    <a:pt x="854176" y="456361"/>
                  </a:lnTo>
                  <a:lnTo>
                    <a:pt x="845947" y="445744"/>
                  </a:lnTo>
                  <a:lnTo>
                    <a:pt x="834669" y="437730"/>
                  </a:lnTo>
                  <a:lnTo>
                    <a:pt x="831761" y="436702"/>
                  </a:lnTo>
                  <a:lnTo>
                    <a:pt x="823239" y="433705"/>
                  </a:lnTo>
                  <a:lnTo>
                    <a:pt x="812660" y="432600"/>
                  </a:lnTo>
                  <a:lnTo>
                    <a:pt x="802817" y="432600"/>
                  </a:lnTo>
                  <a:lnTo>
                    <a:pt x="794626" y="435063"/>
                  </a:lnTo>
                  <a:lnTo>
                    <a:pt x="789711" y="436702"/>
                  </a:lnTo>
                  <a:lnTo>
                    <a:pt x="785012" y="430961"/>
                  </a:lnTo>
                  <a:lnTo>
                    <a:pt x="783742" y="429399"/>
                  </a:lnTo>
                  <a:lnTo>
                    <a:pt x="774458" y="421335"/>
                  </a:lnTo>
                  <a:lnTo>
                    <a:pt x="761949" y="414807"/>
                  </a:lnTo>
                  <a:lnTo>
                    <a:pt x="746302" y="412127"/>
                  </a:lnTo>
                  <a:lnTo>
                    <a:pt x="739686" y="413385"/>
                  </a:lnTo>
                  <a:lnTo>
                    <a:pt x="718451" y="421132"/>
                  </a:lnTo>
                  <a:lnTo>
                    <a:pt x="718451" y="422770"/>
                  </a:lnTo>
                  <a:lnTo>
                    <a:pt x="717626" y="425234"/>
                  </a:lnTo>
                  <a:lnTo>
                    <a:pt x="716813" y="426872"/>
                  </a:lnTo>
                  <a:lnTo>
                    <a:pt x="719264" y="431787"/>
                  </a:lnTo>
                  <a:lnTo>
                    <a:pt x="720902" y="432600"/>
                  </a:lnTo>
                  <a:lnTo>
                    <a:pt x="725817" y="432600"/>
                  </a:lnTo>
                  <a:lnTo>
                    <a:pt x="726643" y="431787"/>
                  </a:lnTo>
                  <a:lnTo>
                    <a:pt x="727456" y="431787"/>
                  </a:lnTo>
                  <a:lnTo>
                    <a:pt x="728281" y="430961"/>
                  </a:lnTo>
                  <a:lnTo>
                    <a:pt x="730732" y="430961"/>
                  </a:lnTo>
                  <a:lnTo>
                    <a:pt x="736523" y="431546"/>
                  </a:lnTo>
                  <a:lnTo>
                    <a:pt x="748144" y="434962"/>
                  </a:lnTo>
                  <a:lnTo>
                    <a:pt x="762533" y="443750"/>
                  </a:lnTo>
                  <a:lnTo>
                    <a:pt x="776605" y="460463"/>
                  </a:lnTo>
                  <a:lnTo>
                    <a:pt x="776605" y="461276"/>
                  </a:lnTo>
                  <a:lnTo>
                    <a:pt x="777430" y="462915"/>
                  </a:lnTo>
                  <a:lnTo>
                    <a:pt x="780707" y="464553"/>
                  </a:lnTo>
                  <a:lnTo>
                    <a:pt x="784796" y="464553"/>
                  </a:lnTo>
                  <a:lnTo>
                    <a:pt x="785622" y="463740"/>
                  </a:lnTo>
                  <a:lnTo>
                    <a:pt x="786434" y="463740"/>
                  </a:lnTo>
                  <a:lnTo>
                    <a:pt x="793343" y="460514"/>
                  </a:lnTo>
                  <a:lnTo>
                    <a:pt x="800468" y="458216"/>
                  </a:lnTo>
                  <a:lnTo>
                    <a:pt x="807758" y="456831"/>
                  </a:lnTo>
                  <a:lnTo>
                    <a:pt x="815111" y="456361"/>
                  </a:lnTo>
                  <a:lnTo>
                    <a:pt x="826287" y="457428"/>
                  </a:lnTo>
                  <a:lnTo>
                    <a:pt x="835075" y="459955"/>
                  </a:lnTo>
                  <a:lnTo>
                    <a:pt x="841235" y="462915"/>
                  </a:lnTo>
                  <a:lnTo>
                    <a:pt x="844600" y="465378"/>
                  </a:lnTo>
                  <a:lnTo>
                    <a:pt x="847064" y="467842"/>
                  </a:lnTo>
                  <a:lnTo>
                    <a:pt x="847877" y="467842"/>
                  </a:lnTo>
                  <a:lnTo>
                    <a:pt x="848702" y="468655"/>
                  </a:lnTo>
                  <a:lnTo>
                    <a:pt x="852792" y="468655"/>
                  </a:lnTo>
                  <a:lnTo>
                    <a:pt x="853617" y="467842"/>
                  </a:lnTo>
                  <a:lnTo>
                    <a:pt x="855256" y="467017"/>
                  </a:lnTo>
                  <a:lnTo>
                    <a:pt x="856068" y="466204"/>
                  </a:lnTo>
                  <a:lnTo>
                    <a:pt x="856068" y="464553"/>
                  </a:lnTo>
                  <a:lnTo>
                    <a:pt x="856881" y="462927"/>
                  </a:lnTo>
                  <a:lnTo>
                    <a:pt x="856894" y="459638"/>
                  </a:lnTo>
                  <a:close/>
                </a:path>
                <a:path w="885825" h="1048384">
                  <a:moveTo>
                    <a:pt x="870000" y="680046"/>
                  </a:moveTo>
                  <a:lnTo>
                    <a:pt x="869175" y="678408"/>
                  </a:lnTo>
                  <a:lnTo>
                    <a:pt x="868362" y="677583"/>
                  </a:lnTo>
                  <a:lnTo>
                    <a:pt x="865314" y="675132"/>
                  </a:lnTo>
                  <a:lnTo>
                    <a:pt x="856361" y="667905"/>
                  </a:lnTo>
                  <a:lnTo>
                    <a:pt x="843686" y="660996"/>
                  </a:lnTo>
                  <a:lnTo>
                    <a:pt x="830224" y="656844"/>
                  </a:lnTo>
                  <a:lnTo>
                    <a:pt x="815936" y="655459"/>
                  </a:lnTo>
                  <a:lnTo>
                    <a:pt x="797318" y="656920"/>
                  </a:lnTo>
                  <a:lnTo>
                    <a:pt x="781316" y="662228"/>
                  </a:lnTo>
                  <a:lnTo>
                    <a:pt x="768692" y="669061"/>
                  </a:lnTo>
                  <a:lnTo>
                    <a:pt x="760222" y="675132"/>
                  </a:lnTo>
                  <a:lnTo>
                    <a:pt x="751751" y="669163"/>
                  </a:lnTo>
                  <a:lnTo>
                    <a:pt x="739127" y="662432"/>
                  </a:lnTo>
                  <a:lnTo>
                    <a:pt x="723125" y="656920"/>
                  </a:lnTo>
                  <a:lnTo>
                    <a:pt x="704519" y="654646"/>
                  </a:lnTo>
                  <a:lnTo>
                    <a:pt x="690689" y="656031"/>
                  </a:lnTo>
                  <a:lnTo>
                    <a:pt x="652907" y="676770"/>
                  </a:lnTo>
                  <a:lnTo>
                    <a:pt x="651268" y="679221"/>
                  </a:lnTo>
                  <a:lnTo>
                    <a:pt x="651268" y="685787"/>
                  </a:lnTo>
                  <a:lnTo>
                    <a:pt x="652094" y="687425"/>
                  </a:lnTo>
                  <a:lnTo>
                    <a:pt x="652907" y="688238"/>
                  </a:lnTo>
                  <a:lnTo>
                    <a:pt x="654545" y="689063"/>
                  </a:lnTo>
                  <a:lnTo>
                    <a:pt x="655370" y="689876"/>
                  </a:lnTo>
                  <a:lnTo>
                    <a:pt x="657821" y="689063"/>
                  </a:lnTo>
                  <a:lnTo>
                    <a:pt x="658647" y="689063"/>
                  </a:lnTo>
                  <a:lnTo>
                    <a:pt x="659460" y="688238"/>
                  </a:lnTo>
                  <a:lnTo>
                    <a:pt x="661098" y="688238"/>
                  </a:lnTo>
                  <a:lnTo>
                    <a:pt x="661924" y="687425"/>
                  </a:lnTo>
                  <a:lnTo>
                    <a:pt x="665429" y="685482"/>
                  </a:lnTo>
                  <a:lnTo>
                    <a:pt x="670928" y="683628"/>
                  </a:lnTo>
                  <a:lnTo>
                    <a:pt x="678281" y="682231"/>
                  </a:lnTo>
                  <a:lnTo>
                    <a:pt x="687311" y="681685"/>
                  </a:lnTo>
                  <a:lnTo>
                    <a:pt x="699871" y="682586"/>
                  </a:lnTo>
                  <a:lnTo>
                    <a:pt x="715886" y="686396"/>
                  </a:lnTo>
                  <a:lnTo>
                    <a:pt x="734199" y="694817"/>
                  </a:lnTo>
                  <a:lnTo>
                    <a:pt x="753668" y="709536"/>
                  </a:lnTo>
                  <a:lnTo>
                    <a:pt x="756132" y="712000"/>
                  </a:lnTo>
                  <a:lnTo>
                    <a:pt x="757770" y="712825"/>
                  </a:lnTo>
                  <a:lnTo>
                    <a:pt x="761860" y="712825"/>
                  </a:lnTo>
                  <a:lnTo>
                    <a:pt x="764324" y="712000"/>
                  </a:lnTo>
                  <a:lnTo>
                    <a:pt x="766775" y="709536"/>
                  </a:lnTo>
                  <a:lnTo>
                    <a:pt x="786244" y="695159"/>
                  </a:lnTo>
                  <a:lnTo>
                    <a:pt x="804570" y="686701"/>
                  </a:lnTo>
                  <a:lnTo>
                    <a:pt x="820572" y="682701"/>
                  </a:lnTo>
                  <a:lnTo>
                    <a:pt x="833132" y="681685"/>
                  </a:lnTo>
                  <a:lnTo>
                    <a:pt x="842175" y="682231"/>
                  </a:lnTo>
                  <a:lnTo>
                    <a:pt x="849515" y="683628"/>
                  </a:lnTo>
                  <a:lnTo>
                    <a:pt x="855027" y="685482"/>
                  </a:lnTo>
                  <a:lnTo>
                    <a:pt x="858532" y="687425"/>
                  </a:lnTo>
                  <a:lnTo>
                    <a:pt x="860171" y="689063"/>
                  </a:lnTo>
                  <a:lnTo>
                    <a:pt x="861809" y="689876"/>
                  </a:lnTo>
                  <a:lnTo>
                    <a:pt x="862622" y="689876"/>
                  </a:lnTo>
                  <a:lnTo>
                    <a:pt x="864260" y="690702"/>
                  </a:lnTo>
                  <a:lnTo>
                    <a:pt x="865898" y="689876"/>
                  </a:lnTo>
                  <a:lnTo>
                    <a:pt x="868362" y="689063"/>
                  </a:lnTo>
                  <a:lnTo>
                    <a:pt x="870000" y="687425"/>
                  </a:lnTo>
                  <a:lnTo>
                    <a:pt x="870000" y="681685"/>
                  </a:lnTo>
                  <a:lnTo>
                    <a:pt x="870000" y="680046"/>
                  </a:lnTo>
                  <a:close/>
                </a:path>
                <a:path w="885825" h="1048384">
                  <a:moveTo>
                    <a:pt x="885558" y="1003681"/>
                  </a:moveTo>
                  <a:lnTo>
                    <a:pt x="883920" y="1002042"/>
                  </a:lnTo>
                  <a:lnTo>
                    <a:pt x="240855" y="1002042"/>
                  </a:lnTo>
                  <a:lnTo>
                    <a:pt x="239217" y="1003681"/>
                  </a:lnTo>
                  <a:lnTo>
                    <a:pt x="239217" y="1046289"/>
                  </a:lnTo>
                  <a:lnTo>
                    <a:pt x="240855" y="1047927"/>
                  </a:lnTo>
                  <a:lnTo>
                    <a:pt x="883920" y="1047927"/>
                  </a:lnTo>
                  <a:lnTo>
                    <a:pt x="885558" y="1046289"/>
                  </a:lnTo>
                  <a:lnTo>
                    <a:pt x="885558" y="1003681"/>
                  </a:lnTo>
                  <a:close/>
                </a:path>
                <a:path w="885825" h="1048384">
                  <a:moveTo>
                    <a:pt x="885558" y="925842"/>
                  </a:moveTo>
                  <a:lnTo>
                    <a:pt x="883920" y="924204"/>
                  </a:lnTo>
                  <a:lnTo>
                    <a:pt x="240855" y="924204"/>
                  </a:lnTo>
                  <a:lnTo>
                    <a:pt x="239217" y="925842"/>
                  </a:lnTo>
                  <a:lnTo>
                    <a:pt x="239217" y="968451"/>
                  </a:lnTo>
                  <a:lnTo>
                    <a:pt x="240855" y="970089"/>
                  </a:lnTo>
                  <a:lnTo>
                    <a:pt x="883920" y="970089"/>
                  </a:lnTo>
                  <a:lnTo>
                    <a:pt x="885558" y="968451"/>
                  </a:lnTo>
                  <a:lnTo>
                    <a:pt x="885558" y="9258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61500" y="5722817"/>
              <a:ext cx="176948" cy="10815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7761499" y="5880130"/>
              <a:ext cx="388620" cy="109855"/>
            </a:xfrm>
            <a:custGeom>
              <a:avLst/>
              <a:gdLst/>
              <a:ahLst/>
              <a:cxnLst/>
              <a:rect l="l" t="t" r="r" b="b"/>
              <a:pathLst>
                <a:path w="388619" h="109854">
                  <a:moveTo>
                    <a:pt x="27033" y="109791"/>
                  </a:moveTo>
                  <a:lnTo>
                    <a:pt x="14860" y="107615"/>
                  </a:lnTo>
                  <a:lnTo>
                    <a:pt x="6451" y="101598"/>
                  </a:lnTo>
                  <a:lnTo>
                    <a:pt x="1574" y="92508"/>
                  </a:lnTo>
                  <a:lnTo>
                    <a:pt x="0" y="81114"/>
                  </a:lnTo>
                  <a:lnTo>
                    <a:pt x="0" y="28676"/>
                  </a:lnTo>
                  <a:lnTo>
                    <a:pt x="1574" y="16937"/>
                  </a:lnTo>
                  <a:lnTo>
                    <a:pt x="6451" y="7886"/>
                  </a:lnTo>
                  <a:lnTo>
                    <a:pt x="14860" y="2061"/>
                  </a:lnTo>
                  <a:lnTo>
                    <a:pt x="27033" y="0"/>
                  </a:lnTo>
                  <a:lnTo>
                    <a:pt x="39334" y="2176"/>
                  </a:lnTo>
                  <a:lnTo>
                    <a:pt x="48025" y="8193"/>
                  </a:lnTo>
                  <a:lnTo>
                    <a:pt x="51280" y="13928"/>
                  </a:lnTo>
                  <a:lnTo>
                    <a:pt x="21299" y="13928"/>
                  </a:lnTo>
                  <a:lnTo>
                    <a:pt x="18841" y="18844"/>
                  </a:lnTo>
                  <a:lnTo>
                    <a:pt x="18841" y="90127"/>
                  </a:lnTo>
                  <a:lnTo>
                    <a:pt x="21299" y="95043"/>
                  </a:lnTo>
                  <a:lnTo>
                    <a:pt x="51914" y="95043"/>
                  </a:lnTo>
                  <a:lnTo>
                    <a:pt x="48333" y="101598"/>
                  </a:lnTo>
                  <a:lnTo>
                    <a:pt x="39680" y="107615"/>
                  </a:lnTo>
                  <a:lnTo>
                    <a:pt x="27033" y="109791"/>
                  </a:lnTo>
                  <a:close/>
                </a:path>
                <a:path w="388619" h="109854">
                  <a:moveTo>
                    <a:pt x="51914" y="95043"/>
                  </a:moveTo>
                  <a:lnTo>
                    <a:pt x="33587" y="95043"/>
                  </a:lnTo>
                  <a:lnTo>
                    <a:pt x="36864" y="90127"/>
                  </a:lnTo>
                  <a:lnTo>
                    <a:pt x="36864" y="18844"/>
                  </a:lnTo>
                  <a:lnTo>
                    <a:pt x="34406" y="13928"/>
                  </a:lnTo>
                  <a:lnTo>
                    <a:pt x="51280" y="13928"/>
                  </a:lnTo>
                  <a:lnTo>
                    <a:pt x="53184" y="17282"/>
                  </a:lnTo>
                  <a:lnTo>
                    <a:pt x="54886" y="28676"/>
                  </a:lnTo>
                  <a:lnTo>
                    <a:pt x="54886" y="81114"/>
                  </a:lnTo>
                  <a:lnTo>
                    <a:pt x="53299" y="92508"/>
                  </a:lnTo>
                  <a:lnTo>
                    <a:pt x="51914" y="95043"/>
                  </a:lnTo>
                  <a:close/>
                </a:path>
                <a:path w="388619" h="109854">
                  <a:moveTo>
                    <a:pt x="80282" y="108972"/>
                  </a:moveTo>
                  <a:lnTo>
                    <a:pt x="64717" y="108972"/>
                  </a:lnTo>
                  <a:lnTo>
                    <a:pt x="64717" y="1638"/>
                  </a:lnTo>
                  <a:lnTo>
                    <a:pt x="82739" y="1638"/>
                  </a:lnTo>
                  <a:lnTo>
                    <a:pt x="95322" y="40966"/>
                  </a:lnTo>
                  <a:lnTo>
                    <a:pt x="80282" y="40966"/>
                  </a:lnTo>
                  <a:lnTo>
                    <a:pt x="80282" y="108972"/>
                  </a:lnTo>
                  <a:close/>
                </a:path>
                <a:path w="388619" h="109854">
                  <a:moveTo>
                    <a:pt x="117146" y="63089"/>
                  </a:moveTo>
                  <a:lnTo>
                    <a:pt x="102400" y="63089"/>
                  </a:lnTo>
                  <a:lnTo>
                    <a:pt x="102400" y="1638"/>
                  </a:lnTo>
                  <a:lnTo>
                    <a:pt x="117146" y="1638"/>
                  </a:lnTo>
                  <a:lnTo>
                    <a:pt x="117146" y="63089"/>
                  </a:lnTo>
                  <a:close/>
                </a:path>
                <a:path w="388619" h="109854">
                  <a:moveTo>
                    <a:pt x="117146" y="108972"/>
                  </a:moveTo>
                  <a:lnTo>
                    <a:pt x="101581" y="108972"/>
                  </a:lnTo>
                  <a:lnTo>
                    <a:pt x="80282" y="40966"/>
                  </a:lnTo>
                  <a:lnTo>
                    <a:pt x="95322" y="40966"/>
                  </a:lnTo>
                  <a:lnTo>
                    <a:pt x="102400" y="63089"/>
                  </a:lnTo>
                  <a:lnTo>
                    <a:pt x="117146" y="63089"/>
                  </a:lnTo>
                  <a:lnTo>
                    <a:pt x="117146" y="108972"/>
                  </a:lnTo>
                  <a:close/>
                </a:path>
                <a:path w="388619" h="109854">
                  <a:moveTo>
                    <a:pt x="195789" y="108152"/>
                  </a:moveTo>
                  <a:lnTo>
                    <a:pt x="156468" y="108152"/>
                  </a:lnTo>
                  <a:lnTo>
                    <a:pt x="156468" y="819"/>
                  </a:lnTo>
                  <a:lnTo>
                    <a:pt x="174490" y="819"/>
                  </a:lnTo>
                  <a:lnTo>
                    <a:pt x="174490" y="93404"/>
                  </a:lnTo>
                  <a:lnTo>
                    <a:pt x="195789" y="93404"/>
                  </a:lnTo>
                  <a:lnTo>
                    <a:pt x="195789" y="108152"/>
                  </a:lnTo>
                  <a:close/>
                </a:path>
                <a:path w="388619" h="109854">
                  <a:moveTo>
                    <a:pt x="217908" y="108972"/>
                  </a:moveTo>
                  <a:lnTo>
                    <a:pt x="200705" y="108972"/>
                  </a:lnTo>
                  <a:lnTo>
                    <a:pt x="221185" y="1638"/>
                  </a:lnTo>
                  <a:lnTo>
                    <a:pt x="241665" y="1638"/>
                  </a:lnTo>
                  <a:lnTo>
                    <a:pt x="247293" y="31134"/>
                  </a:lnTo>
                  <a:lnTo>
                    <a:pt x="231015" y="31134"/>
                  </a:lnTo>
                  <a:lnTo>
                    <a:pt x="223642" y="74559"/>
                  </a:lnTo>
                  <a:lnTo>
                    <a:pt x="255579" y="74559"/>
                  </a:lnTo>
                  <a:lnTo>
                    <a:pt x="258393" y="89307"/>
                  </a:lnTo>
                  <a:lnTo>
                    <a:pt x="221185" y="89307"/>
                  </a:lnTo>
                  <a:lnTo>
                    <a:pt x="217908" y="108972"/>
                  </a:lnTo>
                  <a:close/>
                </a:path>
                <a:path w="388619" h="109854">
                  <a:moveTo>
                    <a:pt x="255579" y="74559"/>
                  </a:moveTo>
                  <a:lnTo>
                    <a:pt x="238388" y="74559"/>
                  </a:lnTo>
                  <a:lnTo>
                    <a:pt x="231015" y="31134"/>
                  </a:lnTo>
                  <a:lnTo>
                    <a:pt x="247293" y="31134"/>
                  </a:lnTo>
                  <a:lnTo>
                    <a:pt x="255579" y="74559"/>
                  </a:lnTo>
                  <a:close/>
                </a:path>
                <a:path w="388619" h="109854">
                  <a:moveTo>
                    <a:pt x="262145" y="108972"/>
                  </a:moveTo>
                  <a:lnTo>
                    <a:pt x="243303" y="108972"/>
                  </a:lnTo>
                  <a:lnTo>
                    <a:pt x="240026" y="89307"/>
                  </a:lnTo>
                  <a:lnTo>
                    <a:pt x="258393" y="89307"/>
                  </a:lnTo>
                  <a:lnTo>
                    <a:pt x="262145" y="108972"/>
                  </a:lnTo>
                  <a:close/>
                </a:path>
                <a:path w="388619" h="109854">
                  <a:moveTo>
                    <a:pt x="285083" y="108972"/>
                  </a:moveTo>
                  <a:lnTo>
                    <a:pt x="269518" y="108972"/>
                  </a:lnTo>
                  <a:lnTo>
                    <a:pt x="269518" y="1638"/>
                  </a:lnTo>
                  <a:lnTo>
                    <a:pt x="287540" y="1638"/>
                  </a:lnTo>
                  <a:lnTo>
                    <a:pt x="300123" y="40966"/>
                  </a:lnTo>
                  <a:lnTo>
                    <a:pt x="285083" y="40966"/>
                  </a:lnTo>
                  <a:lnTo>
                    <a:pt x="285083" y="108972"/>
                  </a:lnTo>
                  <a:close/>
                </a:path>
                <a:path w="388619" h="109854">
                  <a:moveTo>
                    <a:pt x="321947" y="63089"/>
                  </a:moveTo>
                  <a:lnTo>
                    <a:pt x="307201" y="63089"/>
                  </a:lnTo>
                  <a:lnTo>
                    <a:pt x="307201" y="1638"/>
                  </a:lnTo>
                  <a:lnTo>
                    <a:pt x="321947" y="1638"/>
                  </a:lnTo>
                  <a:lnTo>
                    <a:pt x="321947" y="63089"/>
                  </a:lnTo>
                  <a:close/>
                </a:path>
                <a:path w="388619" h="109854">
                  <a:moveTo>
                    <a:pt x="321947" y="108972"/>
                  </a:moveTo>
                  <a:lnTo>
                    <a:pt x="306382" y="108972"/>
                  </a:lnTo>
                  <a:lnTo>
                    <a:pt x="285083" y="40966"/>
                  </a:lnTo>
                  <a:lnTo>
                    <a:pt x="300123" y="40966"/>
                  </a:lnTo>
                  <a:lnTo>
                    <a:pt x="307201" y="63089"/>
                  </a:lnTo>
                  <a:lnTo>
                    <a:pt x="321947" y="63089"/>
                  </a:lnTo>
                  <a:lnTo>
                    <a:pt x="321947" y="108972"/>
                  </a:lnTo>
                  <a:close/>
                </a:path>
                <a:path w="388619" h="109854">
                  <a:moveTo>
                    <a:pt x="362088" y="108972"/>
                  </a:moveTo>
                  <a:lnTo>
                    <a:pt x="334235" y="108972"/>
                  </a:lnTo>
                  <a:lnTo>
                    <a:pt x="334235" y="1638"/>
                  </a:lnTo>
                  <a:lnTo>
                    <a:pt x="362088" y="1638"/>
                  </a:lnTo>
                  <a:lnTo>
                    <a:pt x="374133" y="3354"/>
                  </a:lnTo>
                  <a:lnTo>
                    <a:pt x="382261" y="9217"/>
                  </a:lnTo>
                  <a:lnTo>
                    <a:pt x="385825" y="16386"/>
                  </a:lnTo>
                  <a:lnTo>
                    <a:pt x="352257" y="16386"/>
                  </a:lnTo>
                  <a:lnTo>
                    <a:pt x="352257" y="94224"/>
                  </a:lnTo>
                  <a:lnTo>
                    <a:pt x="385743" y="94224"/>
                  </a:lnTo>
                  <a:lnTo>
                    <a:pt x="382568" y="100778"/>
                  </a:lnTo>
                  <a:lnTo>
                    <a:pt x="374478" y="106795"/>
                  </a:lnTo>
                  <a:lnTo>
                    <a:pt x="362088" y="108972"/>
                  </a:lnTo>
                  <a:close/>
                </a:path>
                <a:path w="388619" h="109854">
                  <a:moveTo>
                    <a:pt x="385743" y="94224"/>
                  </a:moveTo>
                  <a:lnTo>
                    <a:pt x="367003" y="94224"/>
                  </a:lnTo>
                  <a:lnTo>
                    <a:pt x="370280" y="90127"/>
                  </a:lnTo>
                  <a:lnTo>
                    <a:pt x="370280" y="20483"/>
                  </a:lnTo>
                  <a:lnTo>
                    <a:pt x="367822" y="16386"/>
                  </a:lnTo>
                  <a:lnTo>
                    <a:pt x="385825" y="16386"/>
                  </a:lnTo>
                  <a:lnTo>
                    <a:pt x="386856" y="18460"/>
                  </a:lnTo>
                  <a:lnTo>
                    <a:pt x="388302" y="30315"/>
                  </a:lnTo>
                  <a:lnTo>
                    <a:pt x="388302" y="80295"/>
                  </a:lnTo>
                  <a:lnTo>
                    <a:pt x="386971" y="91689"/>
                  </a:lnTo>
                  <a:lnTo>
                    <a:pt x="385743" y="94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pic>
        <p:nvPicPr>
          <p:cNvPr id="60" name="object 6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6967" y="6049623"/>
            <a:ext cx="1317840" cy="1318065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7" cstate="print"/>
          <a:srcRect l="-1" r="50048"/>
          <a:stretch/>
        </p:blipFill>
        <p:spPr>
          <a:xfrm>
            <a:off x="12223481" y="6049623"/>
            <a:ext cx="1317840" cy="1318065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12214094" y="3166480"/>
            <a:ext cx="1319279" cy="1317374"/>
            <a:chOff x="14469323" y="2728515"/>
            <a:chExt cx="1319530" cy="1317625"/>
          </a:xfrm>
        </p:grpSpPr>
        <p:sp>
          <p:nvSpPr>
            <p:cNvPr id="63" name="object 63"/>
            <p:cNvSpPr/>
            <p:nvPr/>
          </p:nvSpPr>
          <p:spPr>
            <a:xfrm>
              <a:off x="14469323" y="2728515"/>
              <a:ext cx="1319530" cy="1317625"/>
            </a:xfrm>
            <a:custGeom>
              <a:avLst/>
              <a:gdLst/>
              <a:ahLst/>
              <a:cxnLst/>
              <a:rect l="l" t="t" r="r" b="b"/>
              <a:pathLst>
                <a:path w="1319530" h="1317625">
                  <a:moveTo>
                    <a:pt x="1319348" y="1317061"/>
                  </a:moveTo>
                  <a:lnTo>
                    <a:pt x="0" y="1317061"/>
                  </a:lnTo>
                  <a:lnTo>
                    <a:pt x="0" y="0"/>
                  </a:lnTo>
                  <a:lnTo>
                    <a:pt x="1319348" y="0"/>
                  </a:lnTo>
                  <a:lnTo>
                    <a:pt x="1319348" y="1317061"/>
                  </a:lnTo>
                  <a:close/>
                </a:path>
              </a:pathLst>
            </a:custGeom>
            <a:solidFill>
              <a:srgbClr val="4B9F38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4595603" y="2836567"/>
              <a:ext cx="126364" cy="271780"/>
            </a:xfrm>
            <a:custGeom>
              <a:avLst/>
              <a:gdLst/>
              <a:ahLst/>
              <a:cxnLst/>
              <a:rect l="l" t="t" r="r" b="b"/>
              <a:pathLst>
                <a:path w="126365" h="271780">
                  <a:moveTo>
                    <a:pt x="61498" y="271763"/>
                  </a:moveTo>
                  <a:lnTo>
                    <a:pt x="32863" y="267043"/>
                  </a:lnTo>
                  <a:lnTo>
                    <a:pt x="13837" y="253652"/>
                  </a:lnTo>
                  <a:lnTo>
                    <a:pt x="3267" y="232740"/>
                  </a:lnTo>
                  <a:lnTo>
                    <a:pt x="0" y="205459"/>
                  </a:lnTo>
                  <a:lnTo>
                    <a:pt x="0" y="170261"/>
                  </a:lnTo>
                  <a:lnTo>
                    <a:pt x="40999" y="170261"/>
                  </a:lnTo>
                  <a:lnTo>
                    <a:pt x="40999" y="207915"/>
                  </a:lnTo>
                  <a:lnTo>
                    <a:pt x="42011" y="218914"/>
                  </a:lnTo>
                  <a:lnTo>
                    <a:pt x="45406" y="227151"/>
                  </a:lnTo>
                  <a:lnTo>
                    <a:pt x="51722" y="232318"/>
                  </a:lnTo>
                  <a:lnTo>
                    <a:pt x="61498" y="234109"/>
                  </a:lnTo>
                  <a:lnTo>
                    <a:pt x="70108" y="232357"/>
                  </a:lnTo>
                  <a:lnTo>
                    <a:pt x="76258" y="227458"/>
                  </a:lnTo>
                  <a:lnTo>
                    <a:pt x="79948" y="219950"/>
                  </a:lnTo>
                  <a:lnTo>
                    <a:pt x="81178" y="210370"/>
                  </a:lnTo>
                  <a:lnTo>
                    <a:pt x="81178" y="166168"/>
                  </a:lnTo>
                  <a:lnTo>
                    <a:pt x="79909" y="156972"/>
                  </a:lnTo>
                  <a:lnTo>
                    <a:pt x="75950" y="150308"/>
                  </a:lnTo>
                  <a:lnTo>
                    <a:pt x="69070" y="146254"/>
                  </a:lnTo>
                  <a:lnTo>
                    <a:pt x="59038" y="144885"/>
                  </a:lnTo>
                  <a:lnTo>
                    <a:pt x="40179" y="144885"/>
                  </a:lnTo>
                  <a:lnTo>
                    <a:pt x="40179" y="110506"/>
                  </a:lnTo>
                  <a:lnTo>
                    <a:pt x="57398" y="110506"/>
                  </a:lnTo>
                  <a:lnTo>
                    <a:pt x="67340" y="109137"/>
                  </a:lnTo>
                  <a:lnTo>
                    <a:pt x="74823" y="105083"/>
                  </a:lnTo>
                  <a:lnTo>
                    <a:pt x="79538" y="98419"/>
                  </a:lnTo>
                  <a:lnTo>
                    <a:pt x="81178" y="89223"/>
                  </a:lnTo>
                  <a:lnTo>
                    <a:pt x="81178" y="60573"/>
                  </a:lnTo>
                  <a:lnTo>
                    <a:pt x="80191" y="50648"/>
                  </a:lnTo>
                  <a:lnTo>
                    <a:pt x="76975" y="43179"/>
                  </a:lnTo>
                  <a:lnTo>
                    <a:pt x="71146" y="38472"/>
                  </a:lnTo>
                  <a:lnTo>
                    <a:pt x="62318" y="36835"/>
                  </a:lnTo>
                  <a:lnTo>
                    <a:pt x="53490" y="38625"/>
                  </a:lnTo>
                  <a:lnTo>
                    <a:pt x="47661" y="43793"/>
                  </a:lnTo>
                  <a:lnTo>
                    <a:pt x="44445" y="52029"/>
                  </a:lnTo>
                  <a:lnTo>
                    <a:pt x="43458" y="63029"/>
                  </a:lnTo>
                  <a:lnTo>
                    <a:pt x="43458" y="90042"/>
                  </a:lnTo>
                  <a:lnTo>
                    <a:pt x="2459" y="90042"/>
                  </a:lnTo>
                  <a:lnTo>
                    <a:pt x="2459" y="66303"/>
                  </a:lnTo>
                  <a:lnTo>
                    <a:pt x="5739" y="39367"/>
                  </a:lnTo>
                  <a:lnTo>
                    <a:pt x="16399" y="18417"/>
                  </a:lnTo>
                  <a:lnTo>
                    <a:pt x="35669" y="4834"/>
                  </a:lnTo>
                  <a:lnTo>
                    <a:pt x="64778" y="0"/>
                  </a:lnTo>
                  <a:lnTo>
                    <a:pt x="91299" y="4169"/>
                  </a:lnTo>
                  <a:lnTo>
                    <a:pt x="109672" y="16166"/>
                  </a:lnTo>
                  <a:lnTo>
                    <a:pt x="120357" y="35223"/>
                  </a:lnTo>
                  <a:lnTo>
                    <a:pt x="123817" y="60573"/>
                  </a:lnTo>
                  <a:lnTo>
                    <a:pt x="123817" y="83493"/>
                  </a:lnTo>
                  <a:lnTo>
                    <a:pt x="121613" y="99135"/>
                  </a:lnTo>
                  <a:lnTo>
                    <a:pt x="115412" y="111631"/>
                  </a:lnTo>
                  <a:lnTo>
                    <a:pt x="105828" y="120904"/>
                  </a:lnTo>
                  <a:lnTo>
                    <a:pt x="93477" y="126877"/>
                  </a:lnTo>
                  <a:lnTo>
                    <a:pt x="107942" y="132530"/>
                  </a:lnTo>
                  <a:lnTo>
                    <a:pt x="118179" y="142020"/>
                  </a:lnTo>
                  <a:lnTo>
                    <a:pt x="124265" y="155194"/>
                  </a:lnTo>
                  <a:lnTo>
                    <a:pt x="126276" y="171898"/>
                  </a:lnTo>
                  <a:lnTo>
                    <a:pt x="126276" y="211189"/>
                  </a:lnTo>
                  <a:lnTo>
                    <a:pt x="122497" y="236194"/>
                  </a:lnTo>
                  <a:lnTo>
                    <a:pt x="110799" y="255289"/>
                  </a:lnTo>
                  <a:lnTo>
                    <a:pt x="90646" y="267478"/>
                  </a:lnTo>
                  <a:lnTo>
                    <a:pt x="61498" y="271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48344" y="3484869"/>
              <a:ext cx="223034" cy="20709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4686610" y="2838214"/>
              <a:ext cx="911225" cy="1004569"/>
            </a:xfrm>
            <a:custGeom>
              <a:avLst/>
              <a:gdLst/>
              <a:ahLst/>
              <a:cxnLst/>
              <a:rect l="l" t="t" r="r" b="b"/>
              <a:pathLst>
                <a:path w="911225" h="1004570">
                  <a:moveTo>
                    <a:pt x="212382" y="27012"/>
                  </a:moveTo>
                  <a:lnTo>
                    <a:pt x="186143" y="0"/>
                  </a:lnTo>
                  <a:lnTo>
                    <a:pt x="173951" y="2057"/>
                  </a:lnTo>
                  <a:lnTo>
                    <a:pt x="165544" y="7874"/>
                  </a:lnTo>
                  <a:lnTo>
                    <a:pt x="160655" y="16916"/>
                  </a:lnTo>
                  <a:lnTo>
                    <a:pt x="159080" y="28651"/>
                  </a:lnTo>
                  <a:lnTo>
                    <a:pt x="159080" y="81038"/>
                  </a:lnTo>
                  <a:lnTo>
                    <a:pt x="160477" y="92417"/>
                  </a:lnTo>
                  <a:lnTo>
                    <a:pt x="164719" y="101498"/>
                  </a:lnTo>
                  <a:lnTo>
                    <a:pt x="171881" y="107505"/>
                  </a:lnTo>
                  <a:lnTo>
                    <a:pt x="182041" y="109677"/>
                  </a:lnTo>
                  <a:lnTo>
                    <a:pt x="191884" y="109677"/>
                  </a:lnTo>
                  <a:lnTo>
                    <a:pt x="196799" y="104775"/>
                  </a:lnTo>
                  <a:lnTo>
                    <a:pt x="199263" y="96583"/>
                  </a:lnTo>
                  <a:lnTo>
                    <a:pt x="199263" y="108051"/>
                  </a:lnTo>
                  <a:lnTo>
                    <a:pt x="212382" y="108051"/>
                  </a:lnTo>
                  <a:lnTo>
                    <a:pt x="212382" y="50749"/>
                  </a:lnTo>
                  <a:lnTo>
                    <a:pt x="187782" y="50749"/>
                  </a:lnTo>
                  <a:lnTo>
                    <a:pt x="187782" y="67119"/>
                  </a:lnTo>
                  <a:lnTo>
                    <a:pt x="195986" y="67119"/>
                  </a:lnTo>
                  <a:lnTo>
                    <a:pt x="195986" y="93306"/>
                  </a:lnTo>
                  <a:lnTo>
                    <a:pt x="192697" y="96583"/>
                  </a:lnTo>
                  <a:lnTo>
                    <a:pt x="180403" y="96583"/>
                  </a:lnTo>
                  <a:lnTo>
                    <a:pt x="177939" y="91668"/>
                  </a:lnTo>
                  <a:lnTo>
                    <a:pt x="177939" y="20459"/>
                  </a:lnTo>
                  <a:lnTo>
                    <a:pt x="180403" y="15544"/>
                  </a:lnTo>
                  <a:lnTo>
                    <a:pt x="193522" y="15544"/>
                  </a:lnTo>
                  <a:lnTo>
                    <a:pt x="195986" y="19646"/>
                  </a:lnTo>
                  <a:lnTo>
                    <a:pt x="195986" y="36830"/>
                  </a:lnTo>
                  <a:lnTo>
                    <a:pt x="212382" y="36830"/>
                  </a:lnTo>
                  <a:lnTo>
                    <a:pt x="212382" y="27012"/>
                  </a:lnTo>
                  <a:close/>
                </a:path>
                <a:path w="911225" h="1004570">
                  <a:moveTo>
                    <a:pt x="218122" y="266026"/>
                  </a:moveTo>
                  <a:lnTo>
                    <a:pt x="214363" y="246380"/>
                  </a:lnTo>
                  <a:lnTo>
                    <a:pt x="211709" y="232473"/>
                  </a:lnTo>
                  <a:lnTo>
                    <a:pt x="203415" y="189090"/>
                  </a:lnTo>
                  <a:lnTo>
                    <a:pt x="197624" y="158800"/>
                  </a:lnTo>
                  <a:lnTo>
                    <a:pt x="194348" y="158800"/>
                  </a:lnTo>
                  <a:lnTo>
                    <a:pt x="194348" y="232473"/>
                  </a:lnTo>
                  <a:lnTo>
                    <a:pt x="179578" y="232473"/>
                  </a:lnTo>
                  <a:lnTo>
                    <a:pt x="186956" y="189090"/>
                  </a:lnTo>
                  <a:lnTo>
                    <a:pt x="194348" y="232473"/>
                  </a:lnTo>
                  <a:lnTo>
                    <a:pt x="194348" y="158800"/>
                  </a:lnTo>
                  <a:lnTo>
                    <a:pt x="177126" y="158800"/>
                  </a:lnTo>
                  <a:lnTo>
                    <a:pt x="156629" y="266026"/>
                  </a:lnTo>
                  <a:lnTo>
                    <a:pt x="173837" y="266026"/>
                  </a:lnTo>
                  <a:lnTo>
                    <a:pt x="177126" y="246380"/>
                  </a:lnTo>
                  <a:lnTo>
                    <a:pt x="195986" y="246380"/>
                  </a:lnTo>
                  <a:lnTo>
                    <a:pt x="199263" y="266026"/>
                  </a:lnTo>
                  <a:lnTo>
                    <a:pt x="218122" y="266026"/>
                  </a:lnTo>
                  <a:close/>
                </a:path>
                <a:path w="911225" h="1004570">
                  <a:moveTo>
                    <a:pt x="277977" y="159613"/>
                  </a:moveTo>
                  <a:lnTo>
                    <a:pt x="263220" y="159613"/>
                  </a:lnTo>
                  <a:lnTo>
                    <a:pt x="263220" y="221005"/>
                  </a:lnTo>
                  <a:lnTo>
                    <a:pt x="256133" y="198907"/>
                  </a:lnTo>
                  <a:lnTo>
                    <a:pt x="243535" y="159613"/>
                  </a:lnTo>
                  <a:lnTo>
                    <a:pt x="225501" y="159613"/>
                  </a:lnTo>
                  <a:lnTo>
                    <a:pt x="225501" y="266852"/>
                  </a:lnTo>
                  <a:lnTo>
                    <a:pt x="241084" y="266852"/>
                  </a:lnTo>
                  <a:lnTo>
                    <a:pt x="241084" y="198907"/>
                  </a:lnTo>
                  <a:lnTo>
                    <a:pt x="262394" y="266852"/>
                  </a:lnTo>
                  <a:lnTo>
                    <a:pt x="277977" y="266852"/>
                  </a:lnTo>
                  <a:lnTo>
                    <a:pt x="277977" y="221005"/>
                  </a:lnTo>
                  <a:lnTo>
                    <a:pt x="277977" y="159613"/>
                  </a:lnTo>
                  <a:close/>
                </a:path>
                <a:path w="911225" h="1004570">
                  <a:moveTo>
                    <a:pt x="279615" y="28651"/>
                  </a:moveTo>
                  <a:lnTo>
                    <a:pt x="277914" y="17259"/>
                  </a:lnTo>
                  <a:lnTo>
                    <a:pt x="276009" y="13906"/>
                  </a:lnTo>
                  <a:lnTo>
                    <a:pt x="272757" y="8178"/>
                  </a:lnTo>
                  <a:lnTo>
                    <a:pt x="264058" y="2171"/>
                  </a:lnTo>
                  <a:lnTo>
                    <a:pt x="261581" y="1739"/>
                  </a:lnTo>
                  <a:lnTo>
                    <a:pt x="261581" y="18821"/>
                  </a:lnTo>
                  <a:lnTo>
                    <a:pt x="261581" y="90043"/>
                  </a:lnTo>
                  <a:lnTo>
                    <a:pt x="258305" y="94945"/>
                  </a:lnTo>
                  <a:lnTo>
                    <a:pt x="245999" y="94945"/>
                  </a:lnTo>
                  <a:lnTo>
                    <a:pt x="243535" y="90043"/>
                  </a:lnTo>
                  <a:lnTo>
                    <a:pt x="243535" y="18821"/>
                  </a:lnTo>
                  <a:lnTo>
                    <a:pt x="245999" y="13906"/>
                  </a:lnTo>
                  <a:lnTo>
                    <a:pt x="259118" y="13906"/>
                  </a:lnTo>
                  <a:lnTo>
                    <a:pt x="261581" y="18821"/>
                  </a:lnTo>
                  <a:lnTo>
                    <a:pt x="261581" y="1739"/>
                  </a:lnTo>
                  <a:lnTo>
                    <a:pt x="226263" y="16916"/>
                  </a:lnTo>
                  <a:lnTo>
                    <a:pt x="224675" y="28651"/>
                  </a:lnTo>
                  <a:lnTo>
                    <a:pt x="224675" y="81038"/>
                  </a:lnTo>
                  <a:lnTo>
                    <a:pt x="226263" y="92417"/>
                  </a:lnTo>
                  <a:lnTo>
                    <a:pt x="231140" y="101498"/>
                  </a:lnTo>
                  <a:lnTo>
                    <a:pt x="239560" y="107505"/>
                  </a:lnTo>
                  <a:lnTo>
                    <a:pt x="251739" y="109677"/>
                  </a:lnTo>
                  <a:lnTo>
                    <a:pt x="264401" y="107505"/>
                  </a:lnTo>
                  <a:lnTo>
                    <a:pt x="273062" y="101498"/>
                  </a:lnTo>
                  <a:lnTo>
                    <a:pt x="276644" y="94945"/>
                  </a:lnTo>
                  <a:lnTo>
                    <a:pt x="278028" y="92417"/>
                  </a:lnTo>
                  <a:lnTo>
                    <a:pt x="279615" y="81038"/>
                  </a:lnTo>
                  <a:lnTo>
                    <a:pt x="279615" y="28651"/>
                  </a:lnTo>
                  <a:close/>
                </a:path>
                <a:path w="911225" h="1004570">
                  <a:moveTo>
                    <a:pt x="345224" y="187452"/>
                  </a:moveTo>
                  <a:lnTo>
                    <a:pt x="343890" y="176060"/>
                  </a:lnTo>
                  <a:lnTo>
                    <a:pt x="342658" y="173532"/>
                  </a:lnTo>
                  <a:lnTo>
                    <a:pt x="339483" y="166979"/>
                  </a:lnTo>
                  <a:lnTo>
                    <a:pt x="331381" y="160972"/>
                  </a:lnTo>
                  <a:lnTo>
                    <a:pt x="327177" y="160248"/>
                  </a:lnTo>
                  <a:lnTo>
                    <a:pt x="327177" y="177622"/>
                  </a:lnTo>
                  <a:lnTo>
                    <a:pt x="327177" y="247205"/>
                  </a:lnTo>
                  <a:lnTo>
                    <a:pt x="323900" y="251294"/>
                  </a:lnTo>
                  <a:lnTo>
                    <a:pt x="309143" y="251294"/>
                  </a:lnTo>
                  <a:lnTo>
                    <a:pt x="309143" y="173532"/>
                  </a:lnTo>
                  <a:lnTo>
                    <a:pt x="324713" y="173532"/>
                  </a:lnTo>
                  <a:lnTo>
                    <a:pt x="327177" y="177622"/>
                  </a:lnTo>
                  <a:lnTo>
                    <a:pt x="327177" y="160248"/>
                  </a:lnTo>
                  <a:lnTo>
                    <a:pt x="318973" y="158800"/>
                  </a:lnTo>
                  <a:lnTo>
                    <a:pt x="291096" y="158800"/>
                  </a:lnTo>
                  <a:lnTo>
                    <a:pt x="291096" y="266026"/>
                  </a:lnTo>
                  <a:lnTo>
                    <a:pt x="318973" y="266026"/>
                  </a:lnTo>
                  <a:lnTo>
                    <a:pt x="331381" y="263855"/>
                  </a:lnTo>
                  <a:lnTo>
                    <a:pt x="339483" y="257848"/>
                  </a:lnTo>
                  <a:lnTo>
                    <a:pt x="342658" y="251294"/>
                  </a:lnTo>
                  <a:lnTo>
                    <a:pt x="343890" y="248767"/>
                  </a:lnTo>
                  <a:lnTo>
                    <a:pt x="345224" y="237375"/>
                  </a:lnTo>
                  <a:lnTo>
                    <a:pt x="345224" y="187452"/>
                  </a:lnTo>
                  <a:close/>
                </a:path>
                <a:path w="911225" h="1004570">
                  <a:moveTo>
                    <a:pt x="346036" y="28651"/>
                  </a:moveTo>
                  <a:lnTo>
                    <a:pt x="328002" y="1739"/>
                  </a:lnTo>
                  <a:lnTo>
                    <a:pt x="328002" y="18821"/>
                  </a:lnTo>
                  <a:lnTo>
                    <a:pt x="328002" y="90043"/>
                  </a:lnTo>
                  <a:lnTo>
                    <a:pt x="325539" y="94945"/>
                  </a:lnTo>
                  <a:lnTo>
                    <a:pt x="312420" y="94945"/>
                  </a:lnTo>
                  <a:lnTo>
                    <a:pt x="309956" y="90043"/>
                  </a:lnTo>
                  <a:lnTo>
                    <a:pt x="309956" y="18821"/>
                  </a:lnTo>
                  <a:lnTo>
                    <a:pt x="312420" y="13906"/>
                  </a:lnTo>
                  <a:lnTo>
                    <a:pt x="325539" y="13906"/>
                  </a:lnTo>
                  <a:lnTo>
                    <a:pt x="328002" y="18821"/>
                  </a:lnTo>
                  <a:lnTo>
                    <a:pt x="328002" y="1739"/>
                  </a:lnTo>
                  <a:lnTo>
                    <a:pt x="292671" y="16916"/>
                  </a:lnTo>
                  <a:lnTo>
                    <a:pt x="291096" y="28651"/>
                  </a:lnTo>
                  <a:lnTo>
                    <a:pt x="291096" y="81038"/>
                  </a:lnTo>
                  <a:lnTo>
                    <a:pt x="292671" y="92417"/>
                  </a:lnTo>
                  <a:lnTo>
                    <a:pt x="297561" y="101498"/>
                  </a:lnTo>
                  <a:lnTo>
                    <a:pt x="305968" y="107505"/>
                  </a:lnTo>
                  <a:lnTo>
                    <a:pt x="318160" y="109677"/>
                  </a:lnTo>
                  <a:lnTo>
                    <a:pt x="330822" y="107505"/>
                  </a:lnTo>
                  <a:lnTo>
                    <a:pt x="339483" y="101498"/>
                  </a:lnTo>
                  <a:lnTo>
                    <a:pt x="343065" y="94945"/>
                  </a:lnTo>
                  <a:lnTo>
                    <a:pt x="344449" y="92417"/>
                  </a:lnTo>
                  <a:lnTo>
                    <a:pt x="346036" y="81038"/>
                  </a:lnTo>
                  <a:lnTo>
                    <a:pt x="346036" y="28651"/>
                  </a:lnTo>
                  <a:close/>
                </a:path>
                <a:path w="911225" h="1004570">
                  <a:moveTo>
                    <a:pt x="412457" y="29464"/>
                  </a:moveTo>
                  <a:lnTo>
                    <a:pt x="394411" y="2298"/>
                  </a:lnTo>
                  <a:lnTo>
                    <a:pt x="394411" y="19646"/>
                  </a:lnTo>
                  <a:lnTo>
                    <a:pt x="394411" y="89217"/>
                  </a:lnTo>
                  <a:lnTo>
                    <a:pt x="391134" y="93306"/>
                  </a:lnTo>
                  <a:lnTo>
                    <a:pt x="376377" y="93306"/>
                  </a:lnTo>
                  <a:lnTo>
                    <a:pt x="376377" y="15544"/>
                  </a:lnTo>
                  <a:lnTo>
                    <a:pt x="391960" y="15544"/>
                  </a:lnTo>
                  <a:lnTo>
                    <a:pt x="394411" y="19646"/>
                  </a:lnTo>
                  <a:lnTo>
                    <a:pt x="394411" y="2298"/>
                  </a:lnTo>
                  <a:lnTo>
                    <a:pt x="386219" y="812"/>
                  </a:lnTo>
                  <a:lnTo>
                    <a:pt x="358343" y="812"/>
                  </a:lnTo>
                  <a:lnTo>
                    <a:pt x="358343" y="108051"/>
                  </a:lnTo>
                  <a:lnTo>
                    <a:pt x="386219" y="108051"/>
                  </a:lnTo>
                  <a:lnTo>
                    <a:pt x="398614" y="105867"/>
                  </a:lnTo>
                  <a:lnTo>
                    <a:pt x="406717" y="99860"/>
                  </a:lnTo>
                  <a:lnTo>
                    <a:pt x="409892" y="93306"/>
                  </a:lnTo>
                  <a:lnTo>
                    <a:pt x="411124" y="90779"/>
                  </a:lnTo>
                  <a:lnTo>
                    <a:pt x="412457" y="79400"/>
                  </a:lnTo>
                  <a:lnTo>
                    <a:pt x="412457" y="29464"/>
                  </a:lnTo>
                  <a:close/>
                </a:path>
                <a:path w="911225" h="1004570">
                  <a:moveTo>
                    <a:pt x="455917" y="158800"/>
                  </a:moveTo>
                  <a:lnTo>
                    <a:pt x="440334" y="158800"/>
                  </a:lnTo>
                  <a:lnTo>
                    <a:pt x="432142" y="226733"/>
                  </a:lnTo>
                  <a:lnTo>
                    <a:pt x="428218" y="199720"/>
                  </a:lnTo>
                  <a:lnTo>
                    <a:pt x="422300" y="158800"/>
                  </a:lnTo>
                  <a:lnTo>
                    <a:pt x="407543" y="158800"/>
                  </a:lnTo>
                  <a:lnTo>
                    <a:pt x="398513" y="226733"/>
                  </a:lnTo>
                  <a:lnTo>
                    <a:pt x="390321" y="158800"/>
                  </a:lnTo>
                  <a:lnTo>
                    <a:pt x="373100" y="158800"/>
                  </a:lnTo>
                  <a:lnTo>
                    <a:pt x="387858" y="266026"/>
                  </a:lnTo>
                  <a:lnTo>
                    <a:pt x="405079" y="266026"/>
                  </a:lnTo>
                  <a:lnTo>
                    <a:pt x="410908" y="226733"/>
                  </a:lnTo>
                  <a:lnTo>
                    <a:pt x="414921" y="199720"/>
                  </a:lnTo>
                  <a:lnTo>
                    <a:pt x="424751" y="266026"/>
                  </a:lnTo>
                  <a:lnTo>
                    <a:pt x="441972" y="266026"/>
                  </a:lnTo>
                  <a:lnTo>
                    <a:pt x="447078" y="226733"/>
                  </a:lnTo>
                  <a:lnTo>
                    <a:pt x="455917" y="158800"/>
                  </a:lnTo>
                  <a:close/>
                </a:path>
                <a:path w="911225" h="1004570">
                  <a:moveTo>
                    <a:pt x="502653" y="1638"/>
                  </a:moveTo>
                  <a:lnTo>
                    <a:pt x="484619" y="1638"/>
                  </a:lnTo>
                  <a:lnTo>
                    <a:pt x="484619" y="47472"/>
                  </a:lnTo>
                  <a:lnTo>
                    <a:pt x="467398" y="47472"/>
                  </a:lnTo>
                  <a:lnTo>
                    <a:pt x="467398" y="1638"/>
                  </a:lnTo>
                  <a:lnTo>
                    <a:pt x="449351" y="1638"/>
                  </a:lnTo>
                  <a:lnTo>
                    <a:pt x="449351" y="108864"/>
                  </a:lnTo>
                  <a:lnTo>
                    <a:pt x="467398" y="108864"/>
                  </a:lnTo>
                  <a:lnTo>
                    <a:pt x="467398" y="61391"/>
                  </a:lnTo>
                  <a:lnTo>
                    <a:pt x="484619" y="61391"/>
                  </a:lnTo>
                  <a:lnTo>
                    <a:pt x="484619" y="108864"/>
                  </a:lnTo>
                  <a:lnTo>
                    <a:pt x="502653" y="108864"/>
                  </a:lnTo>
                  <a:lnTo>
                    <a:pt x="502653" y="61391"/>
                  </a:lnTo>
                  <a:lnTo>
                    <a:pt x="502653" y="47472"/>
                  </a:lnTo>
                  <a:lnTo>
                    <a:pt x="502653" y="1638"/>
                  </a:lnTo>
                  <a:close/>
                </a:path>
                <a:path w="911225" h="1004570">
                  <a:moveTo>
                    <a:pt x="509219" y="158800"/>
                  </a:moveTo>
                  <a:lnTo>
                    <a:pt x="465759" y="158800"/>
                  </a:lnTo>
                  <a:lnTo>
                    <a:pt x="465759" y="266852"/>
                  </a:lnTo>
                  <a:lnTo>
                    <a:pt x="509219" y="266852"/>
                  </a:lnTo>
                  <a:lnTo>
                    <a:pt x="509219" y="252107"/>
                  </a:lnTo>
                  <a:lnTo>
                    <a:pt x="483793" y="252107"/>
                  </a:lnTo>
                  <a:lnTo>
                    <a:pt x="483793" y="219367"/>
                  </a:lnTo>
                  <a:lnTo>
                    <a:pt x="501840" y="219367"/>
                  </a:lnTo>
                  <a:lnTo>
                    <a:pt x="501840" y="204635"/>
                  </a:lnTo>
                  <a:lnTo>
                    <a:pt x="483793" y="204635"/>
                  </a:lnTo>
                  <a:lnTo>
                    <a:pt x="483793" y="173532"/>
                  </a:lnTo>
                  <a:lnTo>
                    <a:pt x="509219" y="173532"/>
                  </a:lnTo>
                  <a:lnTo>
                    <a:pt x="509219" y="158800"/>
                  </a:lnTo>
                  <a:close/>
                </a:path>
                <a:path w="911225" h="1004570">
                  <a:moveTo>
                    <a:pt x="559231" y="812"/>
                  </a:moveTo>
                  <a:lnTo>
                    <a:pt x="515772" y="812"/>
                  </a:lnTo>
                  <a:lnTo>
                    <a:pt x="515772" y="108864"/>
                  </a:lnTo>
                  <a:lnTo>
                    <a:pt x="559231" y="108864"/>
                  </a:lnTo>
                  <a:lnTo>
                    <a:pt x="559231" y="94132"/>
                  </a:lnTo>
                  <a:lnTo>
                    <a:pt x="533819" y="94132"/>
                  </a:lnTo>
                  <a:lnTo>
                    <a:pt x="533819" y="61391"/>
                  </a:lnTo>
                  <a:lnTo>
                    <a:pt x="551853" y="61391"/>
                  </a:lnTo>
                  <a:lnTo>
                    <a:pt x="551853" y="46659"/>
                  </a:lnTo>
                  <a:lnTo>
                    <a:pt x="533819" y="46659"/>
                  </a:lnTo>
                  <a:lnTo>
                    <a:pt x="533819" y="15544"/>
                  </a:lnTo>
                  <a:lnTo>
                    <a:pt x="559231" y="15544"/>
                  </a:lnTo>
                  <a:lnTo>
                    <a:pt x="559231" y="812"/>
                  </a:lnTo>
                  <a:close/>
                </a:path>
                <a:path w="911225" h="1004570">
                  <a:moveTo>
                    <a:pt x="560057" y="251294"/>
                  </a:moveTo>
                  <a:lnTo>
                    <a:pt x="538734" y="251294"/>
                  </a:lnTo>
                  <a:lnTo>
                    <a:pt x="538734" y="158800"/>
                  </a:lnTo>
                  <a:lnTo>
                    <a:pt x="520700" y="158800"/>
                  </a:lnTo>
                  <a:lnTo>
                    <a:pt x="520700" y="266026"/>
                  </a:lnTo>
                  <a:lnTo>
                    <a:pt x="560057" y="266026"/>
                  </a:lnTo>
                  <a:lnTo>
                    <a:pt x="560057" y="251294"/>
                  </a:lnTo>
                  <a:close/>
                </a:path>
                <a:path w="911225" h="1004570">
                  <a:moveTo>
                    <a:pt x="609257" y="251294"/>
                  </a:moveTo>
                  <a:lnTo>
                    <a:pt x="587933" y="251294"/>
                  </a:lnTo>
                  <a:lnTo>
                    <a:pt x="587933" y="158800"/>
                  </a:lnTo>
                  <a:lnTo>
                    <a:pt x="569887" y="158800"/>
                  </a:lnTo>
                  <a:lnTo>
                    <a:pt x="569887" y="266026"/>
                  </a:lnTo>
                  <a:lnTo>
                    <a:pt x="609257" y="266026"/>
                  </a:lnTo>
                  <a:lnTo>
                    <a:pt x="609257" y="251294"/>
                  </a:lnTo>
                  <a:close/>
                </a:path>
                <a:path w="911225" h="1004570">
                  <a:moveTo>
                    <a:pt x="628929" y="108864"/>
                  </a:moveTo>
                  <a:lnTo>
                    <a:pt x="625170" y="89217"/>
                  </a:lnTo>
                  <a:lnTo>
                    <a:pt x="622363" y="74485"/>
                  </a:lnTo>
                  <a:lnTo>
                    <a:pt x="614070" y="31102"/>
                  </a:lnTo>
                  <a:lnTo>
                    <a:pt x="608431" y="1638"/>
                  </a:lnTo>
                  <a:lnTo>
                    <a:pt x="605155" y="1638"/>
                  </a:lnTo>
                  <a:lnTo>
                    <a:pt x="605155" y="74485"/>
                  </a:lnTo>
                  <a:lnTo>
                    <a:pt x="590397" y="74485"/>
                  </a:lnTo>
                  <a:lnTo>
                    <a:pt x="597776" y="31102"/>
                  </a:lnTo>
                  <a:lnTo>
                    <a:pt x="605155" y="74485"/>
                  </a:lnTo>
                  <a:lnTo>
                    <a:pt x="605155" y="1638"/>
                  </a:lnTo>
                  <a:lnTo>
                    <a:pt x="587933" y="1638"/>
                  </a:lnTo>
                  <a:lnTo>
                    <a:pt x="567436" y="108864"/>
                  </a:lnTo>
                  <a:lnTo>
                    <a:pt x="584657" y="108864"/>
                  </a:lnTo>
                  <a:lnTo>
                    <a:pt x="587933" y="89217"/>
                  </a:lnTo>
                  <a:lnTo>
                    <a:pt x="606793" y="89217"/>
                  </a:lnTo>
                  <a:lnTo>
                    <a:pt x="610069" y="108864"/>
                  </a:lnTo>
                  <a:lnTo>
                    <a:pt x="628929" y="108864"/>
                  </a:lnTo>
                  <a:close/>
                </a:path>
                <a:path w="911225" h="1004570">
                  <a:moveTo>
                    <a:pt x="633031" y="202996"/>
                  </a:moveTo>
                  <a:lnTo>
                    <a:pt x="607606" y="202996"/>
                  </a:lnTo>
                  <a:lnTo>
                    <a:pt x="607606" y="217728"/>
                  </a:lnTo>
                  <a:lnTo>
                    <a:pt x="633031" y="217728"/>
                  </a:lnTo>
                  <a:lnTo>
                    <a:pt x="633031" y="202996"/>
                  </a:lnTo>
                  <a:close/>
                </a:path>
                <a:path w="911225" h="1004570">
                  <a:moveTo>
                    <a:pt x="677316" y="93306"/>
                  </a:moveTo>
                  <a:lnTo>
                    <a:pt x="655993" y="93306"/>
                  </a:lnTo>
                  <a:lnTo>
                    <a:pt x="655993" y="812"/>
                  </a:lnTo>
                  <a:lnTo>
                    <a:pt x="637946" y="812"/>
                  </a:lnTo>
                  <a:lnTo>
                    <a:pt x="637946" y="108051"/>
                  </a:lnTo>
                  <a:lnTo>
                    <a:pt x="677316" y="108051"/>
                  </a:lnTo>
                  <a:lnTo>
                    <a:pt x="677316" y="93306"/>
                  </a:lnTo>
                  <a:close/>
                </a:path>
                <a:path w="911225" h="1004570">
                  <a:moveTo>
                    <a:pt x="696175" y="218554"/>
                  </a:moveTo>
                  <a:lnTo>
                    <a:pt x="694994" y="216916"/>
                  </a:lnTo>
                  <a:lnTo>
                    <a:pt x="692073" y="212826"/>
                  </a:lnTo>
                  <a:lnTo>
                    <a:pt x="683056" y="210362"/>
                  </a:lnTo>
                  <a:lnTo>
                    <a:pt x="690435" y="207911"/>
                  </a:lnTo>
                  <a:lnTo>
                    <a:pt x="692772" y="203822"/>
                  </a:lnTo>
                  <a:lnTo>
                    <a:pt x="693712" y="202184"/>
                  </a:lnTo>
                  <a:lnTo>
                    <a:pt x="693712" y="182537"/>
                  </a:lnTo>
                  <a:lnTo>
                    <a:pt x="692581" y="172707"/>
                  </a:lnTo>
                  <a:lnTo>
                    <a:pt x="692531" y="172262"/>
                  </a:lnTo>
                  <a:lnTo>
                    <a:pt x="688581" y="164833"/>
                  </a:lnTo>
                  <a:lnTo>
                    <a:pt x="681253" y="160324"/>
                  </a:lnTo>
                  <a:lnTo>
                    <a:pt x="678954" y="160020"/>
                  </a:lnTo>
                  <a:lnTo>
                    <a:pt x="678954" y="220192"/>
                  </a:lnTo>
                  <a:lnTo>
                    <a:pt x="678954" y="248018"/>
                  </a:lnTo>
                  <a:lnTo>
                    <a:pt x="675665" y="251294"/>
                  </a:lnTo>
                  <a:lnTo>
                    <a:pt x="661733" y="251294"/>
                  </a:lnTo>
                  <a:lnTo>
                    <a:pt x="661733" y="216916"/>
                  </a:lnTo>
                  <a:lnTo>
                    <a:pt x="676490" y="216916"/>
                  </a:lnTo>
                  <a:lnTo>
                    <a:pt x="678954" y="220192"/>
                  </a:lnTo>
                  <a:lnTo>
                    <a:pt x="678954" y="160020"/>
                  </a:lnTo>
                  <a:lnTo>
                    <a:pt x="676490" y="159689"/>
                  </a:lnTo>
                  <a:lnTo>
                    <a:pt x="676490" y="175983"/>
                  </a:lnTo>
                  <a:lnTo>
                    <a:pt x="676490" y="200545"/>
                  </a:lnTo>
                  <a:lnTo>
                    <a:pt x="674027" y="203822"/>
                  </a:lnTo>
                  <a:lnTo>
                    <a:pt x="661733" y="203822"/>
                  </a:lnTo>
                  <a:lnTo>
                    <a:pt x="660908" y="172707"/>
                  </a:lnTo>
                  <a:lnTo>
                    <a:pt x="674027" y="172707"/>
                  </a:lnTo>
                  <a:lnTo>
                    <a:pt x="676490" y="175983"/>
                  </a:lnTo>
                  <a:lnTo>
                    <a:pt x="676490" y="159689"/>
                  </a:lnTo>
                  <a:lnTo>
                    <a:pt x="669925" y="158800"/>
                  </a:lnTo>
                  <a:lnTo>
                    <a:pt x="643686" y="158800"/>
                  </a:lnTo>
                  <a:lnTo>
                    <a:pt x="643686" y="266026"/>
                  </a:lnTo>
                  <a:lnTo>
                    <a:pt x="671576" y="266026"/>
                  </a:lnTo>
                  <a:lnTo>
                    <a:pt x="683018" y="264502"/>
                  </a:lnTo>
                  <a:lnTo>
                    <a:pt x="690638" y="259994"/>
                  </a:lnTo>
                  <a:lnTo>
                    <a:pt x="694867" y="252564"/>
                  </a:lnTo>
                  <a:lnTo>
                    <a:pt x="695020" y="251294"/>
                  </a:lnTo>
                  <a:lnTo>
                    <a:pt x="696175" y="242290"/>
                  </a:lnTo>
                  <a:lnTo>
                    <a:pt x="696175" y="218554"/>
                  </a:lnTo>
                  <a:close/>
                </a:path>
                <a:path w="911225" h="1004570">
                  <a:moveTo>
                    <a:pt x="723226" y="812"/>
                  </a:moveTo>
                  <a:lnTo>
                    <a:pt x="675665" y="812"/>
                  </a:lnTo>
                  <a:lnTo>
                    <a:pt x="675665" y="15544"/>
                  </a:lnTo>
                  <a:lnTo>
                    <a:pt x="690435" y="15544"/>
                  </a:lnTo>
                  <a:lnTo>
                    <a:pt x="690435" y="108051"/>
                  </a:lnTo>
                  <a:lnTo>
                    <a:pt x="708469" y="108051"/>
                  </a:lnTo>
                  <a:lnTo>
                    <a:pt x="708469" y="15544"/>
                  </a:lnTo>
                  <a:lnTo>
                    <a:pt x="723226" y="15544"/>
                  </a:lnTo>
                  <a:lnTo>
                    <a:pt x="723226" y="812"/>
                  </a:lnTo>
                  <a:close/>
                </a:path>
                <a:path w="911225" h="1004570">
                  <a:moveTo>
                    <a:pt x="751103" y="158800"/>
                  </a:moveTo>
                  <a:lnTo>
                    <a:pt x="707644" y="158800"/>
                  </a:lnTo>
                  <a:lnTo>
                    <a:pt x="707644" y="266852"/>
                  </a:lnTo>
                  <a:lnTo>
                    <a:pt x="751103" y="266852"/>
                  </a:lnTo>
                  <a:lnTo>
                    <a:pt x="751103" y="252107"/>
                  </a:lnTo>
                  <a:lnTo>
                    <a:pt x="725690" y="252107"/>
                  </a:lnTo>
                  <a:lnTo>
                    <a:pt x="725690" y="219367"/>
                  </a:lnTo>
                  <a:lnTo>
                    <a:pt x="743724" y="219367"/>
                  </a:lnTo>
                  <a:lnTo>
                    <a:pt x="743724" y="204635"/>
                  </a:lnTo>
                  <a:lnTo>
                    <a:pt x="725690" y="204635"/>
                  </a:lnTo>
                  <a:lnTo>
                    <a:pt x="725690" y="173532"/>
                  </a:lnTo>
                  <a:lnTo>
                    <a:pt x="751103" y="173532"/>
                  </a:lnTo>
                  <a:lnTo>
                    <a:pt x="751103" y="158800"/>
                  </a:lnTo>
                  <a:close/>
                </a:path>
                <a:path w="911225" h="1004570">
                  <a:moveTo>
                    <a:pt x="768324" y="573811"/>
                  </a:moveTo>
                  <a:lnTo>
                    <a:pt x="765048" y="566445"/>
                  </a:lnTo>
                  <a:lnTo>
                    <a:pt x="678954" y="388810"/>
                  </a:lnTo>
                  <a:lnTo>
                    <a:pt x="673214" y="384721"/>
                  </a:lnTo>
                  <a:lnTo>
                    <a:pt x="666648" y="385533"/>
                  </a:lnTo>
                  <a:lnTo>
                    <a:pt x="660908" y="385533"/>
                  </a:lnTo>
                  <a:lnTo>
                    <a:pt x="655167" y="390448"/>
                  </a:lnTo>
                  <a:lnTo>
                    <a:pt x="495274" y="921702"/>
                  </a:lnTo>
                  <a:lnTo>
                    <a:pt x="451815" y="668756"/>
                  </a:lnTo>
                  <a:lnTo>
                    <a:pt x="450989" y="662216"/>
                  </a:lnTo>
                  <a:lnTo>
                    <a:pt x="446074" y="657301"/>
                  </a:lnTo>
                  <a:lnTo>
                    <a:pt x="439508" y="656488"/>
                  </a:lnTo>
                  <a:lnTo>
                    <a:pt x="432955" y="654850"/>
                  </a:lnTo>
                  <a:lnTo>
                    <a:pt x="427215" y="658126"/>
                  </a:lnTo>
                  <a:lnTo>
                    <a:pt x="423938" y="663854"/>
                  </a:lnTo>
                  <a:lnTo>
                    <a:pt x="353415" y="794004"/>
                  </a:lnTo>
                  <a:lnTo>
                    <a:pt x="322262" y="576262"/>
                  </a:lnTo>
                  <a:lnTo>
                    <a:pt x="321437" y="569722"/>
                  </a:lnTo>
                  <a:lnTo>
                    <a:pt x="315696" y="563981"/>
                  </a:lnTo>
                  <a:lnTo>
                    <a:pt x="302577" y="562343"/>
                  </a:lnTo>
                  <a:lnTo>
                    <a:pt x="296024" y="565619"/>
                  </a:lnTo>
                  <a:lnTo>
                    <a:pt x="293560" y="572173"/>
                  </a:lnTo>
                  <a:lnTo>
                    <a:pt x="220586" y="735063"/>
                  </a:lnTo>
                  <a:lnTo>
                    <a:pt x="6565" y="735063"/>
                  </a:lnTo>
                  <a:lnTo>
                    <a:pt x="0" y="742429"/>
                  </a:lnTo>
                  <a:lnTo>
                    <a:pt x="0" y="759625"/>
                  </a:lnTo>
                  <a:lnTo>
                    <a:pt x="7391" y="766165"/>
                  </a:lnTo>
                  <a:lnTo>
                    <a:pt x="236156" y="766165"/>
                  </a:lnTo>
                  <a:lnTo>
                    <a:pt x="241896" y="762901"/>
                  </a:lnTo>
                  <a:lnTo>
                    <a:pt x="299300" y="633564"/>
                  </a:lnTo>
                  <a:lnTo>
                    <a:pt x="329641" y="844753"/>
                  </a:lnTo>
                  <a:lnTo>
                    <a:pt x="330454" y="851306"/>
                  </a:lnTo>
                  <a:lnTo>
                    <a:pt x="335381" y="857034"/>
                  </a:lnTo>
                  <a:lnTo>
                    <a:pt x="341934" y="857846"/>
                  </a:lnTo>
                  <a:lnTo>
                    <a:pt x="348500" y="859485"/>
                  </a:lnTo>
                  <a:lnTo>
                    <a:pt x="355053" y="856208"/>
                  </a:lnTo>
                  <a:lnTo>
                    <a:pt x="358330" y="850480"/>
                  </a:lnTo>
                  <a:lnTo>
                    <a:pt x="429679" y="718693"/>
                  </a:lnTo>
                  <a:lnTo>
                    <a:pt x="476415" y="992098"/>
                  </a:lnTo>
                  <a:lnTo>
                    <a:pt x="477227" y="998639"/>
                  </a:lnTo>
                  <a:lnTo>
                    <a:pt x="482968" y="1003554"/>
                  </a:lnTo>
                  <a:lnTo>
                    <a:pt x="491172" y="1004379"/>
                  </a:lnTo>
                  <a:lnTo>
                    <a:pt x="497738" y="1004379"/>
                  </a:lnTo>
                  <a:lnTo>
                    <a:pt x="503478" y="1000277"/>
                  </a:lnTo>
                  <a:lnTo>
                    <a:pt x="505117" y="992098"/>
                  </a:lnTo>
                  <a:lnTo>
                    <a:pt x="670750" y="442023"/>
                  </a:lnTo>
                  <a:lnTo>
                    <a:pt x="737171" y="579539"/>
                  </a:lnTo>
                  <a:lnTo>
                    <a:pt x="741273" y="587730"/>
                  </a:lnTo>
                  <a:lnTo>
                    <a:pt x="750290" y="590181"/>
                  </a:lnTo>
                  <a:lnTo>
                    <a:pt x="757669" y="586905"/>
                  </a:lnTo>
                  <a:lnTo>
                    <a:pt x="765860" y="582815"/>
                  </a:lnTo>
                  <a:lnTo>
                    <a:pt x="768324" y="573811"/>
                  </a:lnTo>
                  <a:close/>
                </a:path>
                <a:path w="911225" h="1004570">
                  <a:moveTo>
                    <a:pt x="779805" y="158800"/>
                  </a:moveTo>
                  <a:lnTo>
                    <a:pt x="761771" y="158800"/>
                  </a:lnTo>
                  <a:lnTo>
                    <a:pt x="761771" y="266026"/>
                  </a:lnTo>
                  <a:lnTo>
                    <a:pt x="779805" y="266026"/>
                  </a:lnTo>
                  <a:lnTo>
                    <a:pt x="779805" y="158800"/>
                  </a:lnTo>
                  <a:close/>
                </a:path>
                <a:path w="911225" h="1004570">
                  <a:moveTo>
                    <a:pt x="787184" y="1638"/>
                  </a:moveTo>
                  <a:lnTo>
                    <a:pt x="769150" y="1638"/>
                  </a:lnTo>
                  <a:lnTo>
                    <a:pt x="769150" y="47472"/>
                  </a:lnTo>
                  <a:lnTo>
                    <a:pt x="751928" y="47472"/>
                  </a:lnTo>
                  <a:lnTo>
                    <a:pt x="751928" y="1638"/>
                  </a:lnTo>
                  <a:lnTo>
                    <a:pt x="733894" y="1638"/>
                  </a:lnTo>
                  <a:lnTo>
                    <a:pt x="733894" y="108864"/>
                  </a:lnTo>
                  <a:lnTo>
                    <a:pt x="751928" y="108864"/>
                  </a:lnTo>
                  <a:lnTo>
                    <a:pt x="751928" y="61391"/>
                  </a:lnTo>
                  <a:lnTo>
                    <a:pt x="769150" y="61391"/>
                  </a:lnTo>
                  <a:lnTo>
                    <a:pt x="769150" y="108864"/>
                  </a:lnTo>
                  <a:lnTo>
                    <a:pt x="787184" y="108864"/>
                  </a:lnTo>
                  <a:lnTo>
                    <a:pt x="787184" y="61391"/>
                  </a:lnTo>
                  <a:lnTo>
                    <a:pt x="787184" y="47472"/>
                  </a:lnTo>
                  <a:lnTo>
                    <a:pt x="787184" y="1638"/>
                  </a:lnTo>
                  <a:close/>
                </a:path>
                <a:path w="911225" h="1004570">
                  <a:moveTo>
                    <a:pt x="845400" y="159613"/>
                  </a:moveTo>
                  <a:lnTo>
                    <a:pt x="830643" y="159613"/>
                  </a:lnTo>
                  <a:lnTo>
                    <a:pt x="830643" y="221005"/>
                  </a:lnTo>
                  <a:lnTo>
                    <a:pt x="823556" y="198907"/>
                  </a:lnTo>
                  <a:lnTo>
                    <a:pt x="810971" y="159613"/>
                  </a:lnTo>
                  <a:lnTo>
                    <a:pt x="792924" y="159613"/>
                  </a:lnTo>
                  <a:lnTo>
                    <a:pt x="792924" y="266852"/>
                  </a:lnTo>
                  <a:lnTo>
                    <a:pt x="808507" y="266852"/>
                  </a:lnTo>
                  <a:lnTo>
                    <a:pt x="808507" y="198907"/>
                  </a:lnTo>
                  <a:lnTo>
                    <a:pt x="829830" y="266852"/>
                  </a:lnTo>
                  <a:lnTo>
                    <a:pt x="845400" y="266852"/>
                  </a:lnTo>
                  <a:lnTo>
                    <a:pt x="845400" y="221005"/>
                  </a:lnTo>
                  <a:lnTo>
                    <a:pt x="845400" y="159613"/>
                  </a:lnTo>
                  <a:close/>
                </a:path>
                <a:path w="911225" h="1004570">
                  <a:moveTo>
                    <a:pt x="911009" y="184988"/>
                  </a:moveTo>
                  <a:lnTo>
                    <a:pt x="909675" y="174205"/>
                  </a:lnTo>
                  <a:lnTo>
                    <a:pt x="909320" y="173532"/>
                  </a:lnTo>
                  <a:lnTo>
                    <a:pt x="905268" y="165658"/>
                  </a:lnTo>
                  <a:lnTo>
                    <a:pt x="897166" y="160007"/>
                  </a:lnTo>
                  <a:lnTo>
                    <a:pt x="884770" y="157975"/>
                  </a:lnTo>
                  <a:lnTo>
                    <a:pt x="872578" y="160032"/>
                  </a:lnTo>
                  <a:lnTo>
                    <a:pt x="864158" y="165862"/>
                  </a:lnTo>
                  <a:lnTo>
                    <a:pt x="859282" y="174904"/>
                  </a:lnTo>
                  <a:lnTo>
                    <a:pt x="857707" y="186626"/>
                  </a:lnTo>
                  <a:lnTo>
                    <a:pt x="857707" y="239014"/>
                  </a:lnTo>
                  <a:lnTo>
                    <a:pt x="859104" y="250405"/>
                  </a:lnTo>
                  <a:lnTo>
                    <a:pt x="863346" y="259486"/>
                  </a:lnTo>
                  <a:lnTo>
                    <a:pt x="870508" y="265493"/>
                  </a:lnTo>
                  <a:lnTo>
                    <a:pt x="880668" y="267665"/>
                  </a:lnTo>
                  <a:lnTo>
                    <a:pt x="890511" y="267665"/>
                  </a:lnTo>
                  <a:lnTo>
                    <a:pt x="895426" y="262750"/>
                  </a:lnTo>
                  <a:lnTo>
                    <a:pt x="897890" y="254571"/>
                  </a:lnTo>
                  <a:lnTo>
                    <a:pt x="897890" y="266026"/>
                  </a:lnTo>
                  <a:lnTo>
                    <a:pt x="911009" y="266026"/>
                  </a:lnTo>
                  <a:lnTo>
                    <a:pt x="911009" y="208724"/>
                  </a:lnTo>
                  <a:lnTo>
                    <a:pt x="886409" y="208724"/>
                  </a:lnTo>
                  <a:lnTo>
                    <a:pt x="886409" y="225107"/>
                  </a:lnTo>
                  <a:lnTo>
                    <a:pt x="894600" y="225107"/>
                  </a:lnTo>
                  <a:lnTo>
                    <a:pt x="894600" y="251294"/>
                  </a:lnTo>
                  <a:lnTo>
                    <a:pt x="891324" y="254571"/>
                  </a:lnTo>
                  <a:lnTo>
                    <a:pt x="879030" y="254571"/>
                  </a:lnTo>
                  <a:lnTo>
                    <a:pt x="876566" y="249656"/>
                  </a:lnTo>
                  <a:lnTo>
                    <a:pt x="876566" y="178447"/>
                  </a:lnTo>
                  <a:lnTo>
                    <a:pt x="879030" y="173532"/>
                  </a:lnTo>
                  <a:lnTo>
                    <a:pt x="892149" y="173532"/>
                  </a:lnTo>
                  <a:lnTo>
                    <a:pt x="894600" y="177622"/>
                  </a:lnTo>
                  <a:lnTo>
                    <a:pt x="894600" y="194818"/>
                  </a:lnTo>
                  <a:lnTo>
                    <a:pt x="911009" y="194818"/>
                  </a:lnTo>
                  <a:lnTo>
                    <a:pt x="911009" y="1849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pic>
        <p:nvPicPr>
          <p:cNvPr id="67" name="object 6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344784" y="7491808"/>
            <a:ext cx="1319097" cy="1316819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80693" y="4608678"/>
            <a:ext cx="1317849" cy="1316819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9338504" y="4608678"/>
            <a:ext cx="1319279" cy="1317374"/>
            <a:chOff x="11593186" y="4170988"/>
            <a:chExt cx="1319530" cy="1317625"/>
          </a:xfrm>
        </p:grpSpPr>
        <p:sp>
          <p:nvSpPr>
            <p:cNvPr id="70" name="object 70"/>
            <p:cNvSpPr/>
            <p:nvPr/>
          </p:nvSpPr>
          <p:spPr>
            <a:xfrm>
              <a:off x="11593186" y="4170988"/>
              <a:ext cx="1319530" cy="1317625"/>
            </a:xfrm>
            <a:custGeom>
              <a:avLst/>
              <a:gdLst/>
              <a:ahLst/>
              <a:cxnLst/>
              <a:rect l="l" t="t" r="r" b="b"/>
              <a:pathLst>
                <a:path w="1319529" h="1317625">
                  <a:moveTo>
                    <a:pt x="1319340" y="1317069"/>
                  </a:moveTo>
                  <a:lnTo>
                    <a:pt x="0" y="1317069"/>
                  </a:lnTo>
                  <a:lnTo>
                    <a:pt x="0" y="0"/>
                  </a:lnTo>
                  <a:lnTo>
                    <a:pt x="1319340" y="0"/>
                  </a:lnTo>
                  <a:lnTo>
                    <a:pt x="1319340" y="1317069"/>
                  </a:lnTo>
                  <a:close/>
                </a:path>
              </a:pathLst>
            </a:custGeom>
            <a:solidFill>
              <a:srgbClr val="25BCE1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728475" y="4279042"/>
              <a:ext cx="998219" cy="1096645"/>
            </a:xfrm>
            <a:custGeom>
              <a:avLst/>
              <a:gdLst/>
              <a:ahLst/>
              <a:cxnLst/>
              <a:rect l="l" t="t" r="r" b="b"/>
              <a:pathLst>
                <a:path w="998220" h="1096645">
                  <a:moveTo>
                    <a:pt x="130378" y="165354"/>
                  </a:moveTo>
                  <a:lnTo>
                    <a:pt x="127190" y="136829"/>
                  </a:lnTo>
                  <a:lnTo>
                    <a:pt x="126377" y="135064"/>
                  </a:lnTo>
                  <a:lnTo>
                    <a:pt x="119976" y="121145"/>
                  </a:lnTo>
                  <a:lnTo>
                    <a:pt x="117767" y="116344"/>
                  </a:lnTo>
                  <a:lnTo>
                    <a:pt x="102362" y="104000"/>
                  </a:lnTo>
                  <a:lnTo>
                    <a:pt x="86918" y="100990"/>
                  </a:lnTo>
                  <a:lnTo>
                    <a:pt x="86918" y="162077"/>
                  </a:lnTo>
                  <a:lnTo>
                    <a:pt x="86918" y="207911"/>
                  </a:lnTo>
                  <a:lnTo>
                    <a:pt x="85661" y="219392"/>
                  </a:lnTo>
                  <a:lnTo>
                    <a:pt x="81788" y="227863"/>
                  </a:lnTo>
                  <a:lnTo>
                    <a:pt x="75158" y="233121"/>
                  </a:lnTo>
                  <a:lnTo>
                    <a:pt x="65595" y="234924"/>
                  </a:lnTo>
                  <a:lnTo>
                    <a:pt x="56172" y="233121"/>
                  </a:lnTo>
                  <a:lnTo>
                    <a:pt x="49809" y="227863"/>
                  </a:lnTo>
                  <a:lnTo>
                    <a:pt x="46228" y="219392"/>
                  </a:lnTo>
                  <a:lnTo>
                    <a:pt x="45097" y="207911"/>
                  </a:lnTo>
                  <a:lnTo>
                    <a:pt x="44272" y="159626"/>
                  </a:lnTo>
                  <a:lnTo>
                    <a:pt x="45999" y="149567"/>
                  </a:lnTo>
                  <a:lnTo>
                    <a:pt x="50012" y="141820"/>
                  </a:lnTo>
                  <a:lnTo>
                    <a:pt x="56502" y="136829"/>
                  </a:lnTo>
                  <a:lnTo>
                    <a:pt x="65595" y="135064"/>
                  </a:lnTo>
                  <a:lnTo>
                    <a:pt x="75501" y="136753"/>
                  </a:lnTo>
                  <a:lnTo>
                    <a:pt x="82105" y="141820"/>
                  </a:lnTo>
                  <a:lnTo>
                    <a:pt x="85775" y="150253"/>
                  </a:lnTo>
                  <a:lnTo>
                    <a:pt x="86918" y="162077"/>
                  </a:lnTo>
                  <a:lnTo>
                    <a:pt x="86918" y="100990"/>
                  </a:lnTo>
                  <a:lnTo>
                    <a:pt x="50165" y="112636"/>
                  </a:lnTo>
                  <a:lnTo>
                    <a:pt x="44272" y="121145"/>
                  </a:lnTo>
                  <a:lnTo>
                    <a:pt x="44272" y="63842"/>
                  </a:lnTo>
                  <a:lnTo>
                    <a:pt x="45300" y="52590"/>
                  </a:lnTo>
                  <a:lnTo>
                    <a:pt x="48793" y="43789"/>
                  </a:lnTo>
                  <a:lnTo>
                    <a:pt x="55346" y="38061"/>
                  </a:lnTo>
                  <a:lnTo>
                    <a:pt x="65595" y="36017"/>
                  </a:lnTo>
                  <a:lnTo>
                    <a:pt x="75717" y="37807"/>
                  </a:lnTo>
                  <a:lnTo>
                    <a:pt x="82003" y="42976"/>
                  </a:lnTo>
                  <a:lnTo>
                    <a:pt x="85204" y="51206"/>
                  </a:lnTo>
                  <a:lnTo>
                    <a:pt x="86093" y="62217"/>
                  </a:lnTo>
                  <a:lnTo>
                    <a:pt x="86093" y="80213"/>
                  </a:lnTo>
                  <a:lnTo>
                    <a:pt x="127101" y="80213"/>
                  </a:lnTo>
                  <a:lnTo>
                    <a:pt x="127101" y="66306"/>
                  </a:lnTo>
                  <a:lnTo>
                    <a:pt x="124282" y="39370"/>
                  </a:lnTo>
                  <a:lnTo>
                    <a:pt x="122694" y="36017"/>
                  </a:lnTo>
                  <a:lnTo>
                    <a:pt x="114388" y="18415"/>
                  </a:lnTo>
                  <a:lnTo>
                    <a:pt x="95275" y="4838"/>
                  </a:lnTo>
                  <a:lnTo>
                    <a:pt x="64782" y="0"/>
                  </a:lnTo>
                  <a:lnTo>
                    <a:pt x="34937" y="5384"/>
                  </a:lnTo>
                  <a:lnTo>
                    <a:pt x="14859" y="20358"/>
                  </a:lnTo>
                  <a:lnTo>
                    <a:pt x="3543" y="43167"/>
                  </a:lnTo>
                  <a:lnTo>
                    <a:pt x="0" y="72034"/>
                  </a:lnTo>
                  <a:lnTo>
                    <a:pt x="0" y="201371"/>
                  </a:lnTo>
                  <a:lnTo>
                    <a:pt x="3086" y="229285"/>
                  </a:lnTo>
                  <a:lnTo>
                    <a:pt x="14249" y="251612"/>
                  </a:lnTo>
                  <a:lnTo>
                    <a:pt x="34480" y="266407"/>
                  </a:lnTo>
                  <a:lnTo>
                    <a:pt x="64782" y="271767"/>
                  </a:lnTo>
                  <a:lnTo>
                    <a:pt x="95097" y="267030"/>
                  </a:lnTo>
                  <a:lnTo>
                    <a:pt x="115417" y="253555"/>
                  </a:lnTo>
                  <a:lnTo>
                    <a:pt x="125450" y="234924"/>
                  </a:lnTo>
                  <a:lnTo>
                    <a:pt x="126809" y="232397"/>
                  </a:lnTo>
                  <a:lnTo>
                    <a:pt x="130378" y="204635"/>
                  </a:lnTo>
                  <a:lnTo>
                    <a:pt x="130378" y="165354"/>
                  </a:lnTo>
                  <a:close/>
                </a:path>
                <a:path w="998220" h="1096645">
                  <a:moveTo>
                    <a:pt x="295186" y="27012"/>
                  </a:moveTo>
                  <a:lnTo>
                    <a:pt x="269773" y="0"/>
                  </a:lnTo>
                  <a:lnTo>
                    <a:pt x="257581" y="2057"/>
                  </a:lnTo>
                  <a:lnTo>
                    <a:pt x="249174" y="7874"/>
                  </a:lnTo>
                  <a:lnTo>
                    <a:pt x="244284" y="16916"/>
                  </a:lnTo>
                  <a:lnTo>
                    <a:pt x="242709" y="28651"/>
                  </a:lnTo>
                  <a:lnTo>
                    <a:pt x="242709" y="81038"/>
                  </a:lnTo>
                  <a:lnTo>
                    <a:pt x="244170" y="92913"/>
                  </a:lnTo>
                  <a:lnTo>
                    <a:pt x="248856" y="102425"/>
                  </a:lnTo>
                  <a:lnTo>
                    <a:pt x="257238" y="109004"/>
                  </a:lnTo>
                  <a:lnTo>
                    <a:pt x="269773" y="112141"/>
                  </a:lnTo>
                  <a:lnTo>
                    <a:pt x="281698" y="110109"/>
                  </a:lnTo>
                  <a:lnTo>
                    <a:pt x="289547" y="104470"/>
                  </a:lnTo>
                  <a:lnTo>
                    <a:pt x="293522" y="96583"/>
                  </a:lnTo>
                  <a:lnTo>
                    <a:pt x="293865" y="95910"/>
                  </a:lnTo>
                  <a:lnTo>
                    <a:pt x="295186" y="85128"/>
                  </a:lnTo>
                  <a:lnTo>
                    <a:pt x="295186" y="66306"/>
                  </a:lnTo>
                  <a:lnTo>
                    <a:pt x="278790" y="66306"/>
                  </a:lnTo>
                  <a:lnTo>
                    <a:pt x="278790" y="92494"/>
                  </a:lnTo>
                  <a:lnTo>
                    <a:pt x="276326" y="96583"/>
                  </a:lnTo>
                  <a:lnTo>
                    <a:pt x="263207" y="96583"/>
                  </a:lnTo>
                  <a:lnTo>
                    <a:pt x="260756" y="91681"/>
                  </a:lnTo>
                  <a:lnTo>
                    <a:pt x="260756" y="20459"/>
                  </a:lnTo>
                  <a:lnTo>
                    <a:pt x="263207" y="15557"/>
                  </a:lnTo>
                  <a:lnTo>
                    <a:pt x="276326" y="15557"/>
                  </a:lnTo>
                  <a:lnTo>
                    <a:pt x="278790" y="19646"/>
                  </a:lnTo>
                  <a:lnTo>
                    <a:pt x="278790" y="40106"/>
                  </a:lnTo>
                  <a:lnTo>
                    <a:pt x="295186" y="40106"/>
                  </a:lnTo>
                  <a:lnTo>
                    <a:pt x="295186" y="27012"/>
                  </a:lnTo>
                  <a:close/>
                </a:path>
                <a:path w="998220" h="1096645">
                  <a:moveTo>
                    <a:pt x="301752" y="267665"/>
                  </a:moveTo>
                  <a:lnTo>
                    <a:pt x="297992" y="248031"/>
                  </a:lnTo>
                  <a:lnTo>
                    <a:pt x="295338" y="234111"/>
                  </a:lnTo>
                  <a:lnTo>
                    <a:pt x="287045" y="190728"/>
                  </a:lnTo>
                  <a:lnTo>
                    <a:pt x="281254" y="160439"/>
                  </a:lnTo>
                  <a:lnTo>
                    <a:pt x="277977" y="160439"/>
                  </a:lnTo>
                  <a:lnTo>
                    <a:pt x="277977" y="234111"/>
                  </a:lnTo>
                  <a:lnTo>
                    <a:pt x="263207" y="234111"/>
                  </a:lnTo>
                  <a:lnTo>
                    <a:pt x="270586" y="190728"/>
                  </a:lnTo>
                  <a:lnTo>
                    <a:pt x="277977" y="234111"/>
                  </a:lnTo>
                  <a:lnTo>
                    <a:pt x="277977" y="160439"/>
                  </a:lnTo>
                  <a:lnTo>
                    <a:pt x="260756" y="160439"/>
                  </a:lnTo>
                  <a:lnTo>
                    <a:pt x="240258" y="267665"/>
                  </a:lnTo>
                  <a:lnTo>
                    <a:pt x="257467" y="267665"/>
                  </a:lnTo>
                  <a:lnTo>
                    <a:pt x="260756" y="248031"/>
                  </a:lnTo>
                  <a:lnTo>
                    <a:pt x="279615" y="248031"/>
                  </a:lnTo>
                  <a:lnTo>
                    <a:pt x="282892" y="267665"/>
                  </a:lnTo>
                  <a:lnTo>
                    <a:pt x="301752" y="267665"/>
                  </a:lnTo>
                  <a:close/>
                </a:path>
                <a:path w="998220" h="1096645">
                  <a:moveTo>
                    <a:pt x="346024" y="94132"/>
                  </a:moveTo>
                  <a:lnTo>
                    <a:pt x="324713" y="94132"/>
                  </a:lnTo>
                  <a:lnTo>
                    <a:pt x="324713" y="1638"/>
                  </a:lnTo>
                  <a:lnTo>
                    <a:pt x="306666" y="1638"/>
                  </a:lnTo>
                  <a:lnTo>
                    <a:pt x="306666" y="108864"/>
                  </a:lnTo>
                  <a:lnTo>
                    <a:pt x="346024" y="108864"/>
                  </a:lnTo>
                  <a:lnTo>
                    <a:pt x="346024" y="94132"/>
                  </a:lnTo>
                  <a:close/>
                </a:path>
                <a:path w="998220" h="1096645">
                  <a:moveTo>
                    <a:pt x="361607" y="161251"/>
                  </a:moveTo>
                  <a:lnTo>
                    <a:pt x="346849" y="161251"/>
                  </a:lnTo>
                  <a:lnTo>
                    <a:pt x="346849" y="222643"/>
                  </a:lnTo>
                  <a:lnTo>
                    <a:pt x="339763" y="200545"/>
                  </a:lnTo>
                  <a:lnTo>
                    <a:pt x="327164" y="161251"/>
                  </a:lnTo>
                  <a:lnTo>
                    <a:pt x="309130" y="161251"/>
                  </a:lnTo>
                  <a:lnTo>
                    <a:pt x="309130" y="268490"/>
                  </a:lnTo>
                  <a:lnTo>
                    <a:pt x="324713" y="268490"/>
                  </a:lnTo>
                  <a:lnTo>
                    <a:pt x="324713" y="200545"/>
                  </a:lnTo>
                  <a:lnTo>
                    <a:pt x="346024" y="268490"/>
                  </a:lnTo>
                  <a:lnTo>
                    <a:pt x="361607" y="268490"/>
                  </a:lnTo>
                  <a:lnTo>
                    <a:pt x="361607" y="222643"/>
                  </a:lnTo>
                  <a:lnTo>
                    <a:pt x="361607" y="161251"/>
                  </a:lnTo>
                  <a:close/>
                </a:path>
                <a:path w="998220" h="1096645">
                  <a:moveTo>
                    <a:pt x="399326" y="1638"/>
                  </a:moveTo>
                  <a:lnTo>
                    <a:pt x="355866" y="1638"/>
                  </a:lnTo>
                  <a:lnTo>
                    <a:pt x="355866" y="109689"/>
                  </a:lnTo>
                  <a:lnTo>
                    <a:pt x="399326" y="109689"/>
                  </a:lnTo>
                  <a:lnTo>
                    <a:pt x="399326" y="94957"/>
                  </a:lnTo>
                  <a:lnTo>
                    <a:pt x="373913" y="94957"/>
                  </a:lnTo>
                  <a:lnTo>
                    <a:pt x="373913" y="62204"/>
                  </a:lnTo>
                  <a:lnTo>
                    <a:pt x="391947" y="62204"/>
                  </a:lnTo>
                  <a:lnTo>
                    <a:pt x="391947" y="47472"/>
                  </a:lnTo>
                  <a:lnTo>
                    <a:pt x="373913" y="47472"/>
                  </a:lnTo>
                  <a:lnTo>
                    <a:pt x="373913" y="16370"/>
                  </a:lnTo>
                  <a:lnTo>
                    <a:pt x="399326" y="16370"/>
                  </a:lnTo>
                  <a:lnTo>
                    <a:pt x="399326" y="1638"/>
                  </a:lnTo>
                  <a:close/>
                </a:path>
                <a:path w="998220" h="1096645">
                  <a:moveTo>
                    <a:pt x="428853" y="189090"/>
                  </a:moveTo>
                  <a:lnTo>
                    <a:pt x="411632" y="162026"/>
                  </a:lnTo>
                  <a:lnTo>
                    <a:pt x="411632" y="179260"/>
                  </a:lnTo>
                  <a:lnTo>
                    <a:pt x="411632" y="248843"/>
                  </a:lnTo>
                  <a:lnTo>
                    <a:pt x="408343" y="252933"/>
                  </a:lnTo>
                  <a:lnTo>
                    <a:pt x="393585" y="252933"/>
                  </a:lnTo>
                  <a:lnTo>
                    <a:pt x="393585" y="175171"/>
                  </a:lnTo>
                  <a:lnTo>
                    <a:pt x="409168" y="175171"/>
                  </a:lnTo>
                  <a:lnTo>
                    <a:pt x="411632" y="179260"/>
                  </a:lnTo>
                  <a:lnTo>
                    <a:pt x="411632" y="162026"/>
                  </a:lnTo>
                  <a:lnTo>
                    <a:pt x="402602" y="160439"/>
                  </a:lnTo>
                  <a:lnTo>
                    <a:pt x="374726" y="160439"/>
                  </a:lnTo>
                  <a:lnTo>
                    <a:pt x="374726" y="267665"/>
                  </a:lnTo>
                  <a:lnTo>
                    <a:pt x="402602" y="267665"/>
                  </a:lnTo>
                  <a:lnTo>
                    <a:pt x="415010" y="265493"/>
                  </a:lnTo>
                  <a:lnTo>
                    <a:pt x="423113" y="259486"/>
                  </a:lnTo>
                  <a:lnTo>
                    <a:pt x="426288" y="252933"/>
                  </a:lnTo>
                  <a:lnTo>
                    <a:pt x="427520" y="250405"/>
                  </a:lnTo>
                  <a:lnTo>
                    <a:pt x="428853" y="239026"/>
                  </a:lnTo>
                  <a:lnTo>
                    <a:pt x="428853" y="189090"/>
                  </a:lnTo>
                  <a:close/>
                </a:path>
                <a:path w="998220" h="1096645">
                  <a:moveTo>
                    <a:pt x="469023" y="108864"/>
                  </a:moveTo>
                  <a:lnTo>
                    <a:pt x="465264" y="89217"/>
                  </a:lnTo>
                  <a:lnTo>
                    <a:pt x="462610" y="75311"/>
                  </a:lnTo>
                  <a:lnTo>
                    <a:pt x="454317" y="31927"/>
                  </a:lnTo>
                  <a:lnTo>
                    <a:pt x="448525" y="1638"/>
                  </a:lnTo>
                  <a:lnTo>
                    <a:pt x="445249" y="1638"/>
                  </a:lnTo>
                  <a:lnTo>
                    <a:pt x="445249" y="75311"/>
                  </a:lnTo>
                  <a:lnTo>
                    <a:pt x="430491" y="75311"/>
                  </a:lnTo>
                  <a:lnTo>
                    <a:pt x="437870" y="31927"/>
                  </a:lnTo>
                  <a:lnTo>
                    <a:pt x="445249" y="75311"/>
                  </a:lnTo>
                  <a:lnTo>
                    <a:pt x="445249" y="1638"/>
                  </a:lnTo>
                  <a:lnTo>
                    <a:pt x="428028" y="1638"/>
                  </a:lnTo>
                  <a:lnTo>
                    <a:pt x="407530" y="108864"/>
                  </a:lnTo>
                  <a:lnTo>
                    <a:pt x="424751" y="108864"/>
                  </a:lnTo>
                  <a:lnTo>
                    <a:pt x="428028" y="89217"/>
                  </a:lnTo>
                  <a:lnTo>
                    <a:pt x="446887" y="89217"/>
                  </a:lnTo>
                  <a:lnTo>
                    <a:pt x="450164" y="108864"/>
                  </a:lnTo>
                  <a:lnTo>
                    <a:pt x="469023" y="108864"/>
                  </a:lnTo>
                  <a:close/>
                </a:path>
                <a:path w="998220" h="1096645">
                  <a:moveTo>
                    <a:pt x="523151" y="239839"/>
                  </a:moveTo>
                  <a:lnTo>
                    <a:pt x="491985" y="195630"/>
                  </a:lnTo>
                  <a:lnTo>
                    <a:pt x="488708" y="191541"/>
                  </a:lnTo>
                  <a:lnTo>
                    <a:pt x="488708" y="176809"/>
                  </a:lnTo>
                  <a:lnTo>
                    <a:pt x="491985" y="174358"/>
                  </a:lnTo>
                  <a:lnTo>
                    <a:pt x="502640" y="174358"/>
                  </a:lnTo>
                  <a:lnTo>
                    <a:pt x="505104" y="176809"/>
                  </a:lnTo>
                  <a:lnTo>
                    <a:pt x="505104" y="192366"/>
                  </a:lnTo>
                  <a:lnTo>
                    <a:pt x="521500" y="192366"/>
                  </a:lnTo>
                  <a:lnTo>
                    <a:pt x="496087" y="158800"/>
                  </a:lnTo>
                  <a:lnTo>
                    <a:pt x="484847" y="160667"/>
                  </a:lnTo>
                  <a:lnTo>
                    <a:pt x="476923" y="165760"/>
                  </a:lnTo>
                  <a:lnTo>
                    <a:pt x="472211" y="173304"/>
                  </a:lnTo>
                  <a:lnTo>
                    <a:pt x="470662" y="182537"/>
                  </a:lnTo>
                  <a:lnTo>
                    <a:pt x="470662" y="185813"/>
                  </a:lnTo>
                  <a:lnTo>
                    <a:pt x="501827" y="230835"/>
                  </a:lnTo>
                  <a:lnTo>
                    <a:pt x="504291" y="234111"/>
                  </a:lnTo>
                  <a:lnTo>
                    <a:pt x="504291" y="250482"/>
                  </a:lnTo>
                  <a:lnTo>
                    <a:pt x="501827" y="254571"/>
                  </a:lnTo>
                  <a:lnTo>
                    <a:pt x="489521" y="254571"/>
                  </a:lnTo>
                  <a:lnTo>
                    <a:pt x="487070" y="250482"/>
                  </a:lnTo>
                  <a:lnTo>
                    <a:pt x="487070" y="230022"/>
                  </a:lnTo>
                  <a:lnTo>
                    <a:pt x="469849" y="230022"/>
                  </a:lnTo>
                  <a:lnTo>
                    <a:pt x="469849" y="244754"/>
                  </a:lnTo>
                  <a:lnTo>
                    <a:pt x="471195" y="254469"/>
                  </a:lnTo>
                  <a:lnTo>
                    <a:pt x="475691" y="262343"/>
                  </a:lnTo>
                  <a:lnTo>
                    <a:pt x="484035" y="267766"/>
                  </a:lnTo>
                  <a:lnTo>
                    <a:pt x="496900" y="270129"/>
                  </a:lnTo>
                  <a:lnTo>
                    <a:pt x="508622" y="268236"/>
                  </a:lnTo>
                  <a:lnTo>
                    <a:pt x="516788" y="262966"/>
                  </a:lnTo>
                  <a:lnTo>
                    <a:pt x="521576" y="254927"/>
                  </a:lnTo>
                  <a:lnTo>
                    <a:pt x="521639" y="254571"/>
                  </a:lnTo>
                  <a:lnTo>
                    <a:pt x="523151" y="244754"/>
                  </a:lnTo>
                  <a:lnTo>
                    <a:pt x="523151" y="239839"/>
                  </a:lnTo>
                  <a:close/>
                </a:path>
                <a:path w="998220" h="1096645">
                  <a:moveTo>
                    <a:pt x="530529" y="2451"/>
                  </a:moveTo>
                  <a:lnTo>
                    <a:pt x="515759" y="2451"/>
                  </a:lnTo>
                  <a:lnTo>
                    <a:pt x="515759" y="63842"/>
                  </a:lnTo>
                  <a:lnTo>
                    <a:pt x="508685" y="41744"/>
                  </a:lnTo>
                  <a:lnTo>
                    <a:pt x="496087" y="2451"/>
                  </a:lnTo>
                  <a:lnTo>
                    <a:pt x="478040" y="2451"/>
                  </a:lnTo>
                  <a:lnTo>
                    <a:pt x="478040" y="109689"/>
                  </a:lnTo>
                  <a:lnTo>
                    <a:pt x="493623" y="109689"/>
                  </a:lnTo>
                  <a:lnTo>
                    <a:pt x="493623" y="41744"/>
                  </a:lnTo>
                  <a:lnTo>
                    <a:pt x="514946" y="109689"/>
                  </a:lnTo>
                  <a:lnTo>
                    <a:pt x="530529" y="109689"/>
                  </a:lnTo>
                  <a:lnTo>
                    <a:pt x="530529" y="63842"/>
                  </a:lnTo>
                  <a:lnTo>
                    <a:pt x="530529" y="2451"/>
                  </a:lnTo>
                  <a:close/>
                </a:path>
                <a:path w="998220" h="1096645">
                  <a:moveTo>
                    <a:pt x="588746" y="267665"/>
                  </a:moveTo>
                  <a:lnTo>
                    <a:pt x="584987" y="248031"/>
                  </a:lnTo>
                  <a:lnTo>
                    <a:pt x="582333" y="234111"/>
                  </a:lnTo>
                  <a:lnTo>
                    <a:pt x="574040" y="190728"/>
                  </a:lnTo>
                  <a:lnTo>
                    <a:pt x="568248" y="160439"/>
                  </a:lnTo>
                  <a:lnTo>
                    <a:pt x="564146" y="160439"/>
                  </a:lnTo>
                  <a:lnTo>
                    <a:pt x="564146" y="234111"/>
                  </a:lnTo>
                  <a:lnTo>
                    <a:pt x="549389" y="234111"/>
                  </a:lnTo>
                  <a:lnTo>
                    <a:pt x="556768" y="190728"/>
                  </a:lnTo>
                  <a:lnTo>
                    <a:pt x="564146" y="234111"/>
                  </a:lnTo>
                  <a:lnTo>
                    <a:pt x="564146" y="160439"/>
                  </a:lnTo>
                  <a:lnTo>
                    <a:pt x="547751" y="160439"/>
                  </a:lnTo>
                  <a:lnTo>
                    <a:pt x="527240" y="267665"/>
                  </a:lnTo>
                  <a:lnTo>
                    <a:pt x="544461" y="267665"/>
                  </a:lnTo>
                  <a:lnTo>
                    <a:pt x="547751" y="248031"/>
                  </a:lnTo>
                  <a:lnTo>
                    <a:pt x="566610" y="248031"/>
                  </a:lnTo>
                  <a:lnTo>
                    <a:pt x="569887" y="267665"/>
                  </a:lnTo>
                  <a:lnTo>
                    <a:pt x="588746" y="267665"/>
                  </a:lnTo>
                  <a:close/>
                </a:path>
                <a:path w="998220" h="1096645">
                  <a:moveTo>
                    <a:pt x="649427" y="161251"/>
                  </a:moveTo>
                  <a:lnTo>
                    <a:pt x="634657" y="161251"/>
                  </a:lnTo>
                  <a:lnTo>
                    <a:pt x="634657" y="222643"/>
                  </a:lnTo>
                  <a:lnTo>
                    <a:pt x="627583" y="200545"/>
                  </a:lnTo>
                  <a:lnTo>
                    <a:pt x="614984" y="161251"/>
                  </a:lnTo>
                  <a:lnTo>
                    <a:pt x="596938" y="161251"/>
                  </a:lnTo>
                  <a:lnTo>
                    <a:pt x="596938" y="268490"/>
                  </a:lnTo>
                  <a:lnTo>
                    <a:pt x="612521" y="268490"/>
                  </a:lnTo>
                  <a:lnTo>
                    <a:pt x="612521" y="200545"/>
                  </a:lnTo>
                  <a:lnTo>
                    <a:pt x="633844" y="268490"/>
                  </a:lnTo>
                  <a:lnTo>
                    <a:pt x="649427" y="268490"/>
                  </a:lnTo>
                  <a:lnTo>
                    <a:pt x="649427" y="222643"/>
                  </a:lnTo>
                  <a:lnTo>
                    <a:pt x="649427" y="161251"/>
                  </a:lnTo>
                  <a:close/>
                </a:path>
                <a:path w="998220" h="1096645">
                  <a:moveTo>
                    <a:pt x="649427" y="1638"/>
                  </a:moveTo>
                  <a:lnTo>
                    <a:pt x="633844" y="1638"/>
                  </a:lnTo>
                  <a:lnTo>
                    <a:pt x="625640" y="69583"/>
                  </a:lnTo>
                  <a:lnTo>
                    <a:pt x="621728" y="42570"/>
                  </a:lnTo>
                  <a:lnTo>
                    <a:pt x="615797" y="1638"/>
                  </a:lnTo>
                  <a:lnTo>
                    <a:pt x="601040" y="1638"/>
                  </a:lnTo>
                  <a:lnTo>
                    <a:pt x="592023" y="69583"/>
                  </a:lnTo>
                  <a:lnTo>
                    <a:pt x="583819" y="1638"/>
                  </a:lnTo>
                  <a:lnTo>
                    <a:pt x="566597" y="1638"/>
                  </a:lnTo>
                  <a:lnTo>
                    <a:pt x="581367" y="108864"/>
                  </a:lnTo>
                  <a:lnTo>
                    <a:pt x="598589" y="108864"/>
                  </a:lnTo>
                  <a:lnTo>
                    <a:pt x="604418" y="69583"/>
                  </a:lnTo>
                  <a:lnTo>
                    <a:pt x="608418" y="42570"/>
                  </a:lnTo>
                  <a:lnTo>
                    <a:pt x="618261" y="108864"/>
                  </a:lnTo>
                  <a:lnTo>
                    <a:pt x="635482" y="108864"/>
                  </a:lnTo>
                  <a:lnTo>
                    <a:pt x="640588" y="69583"/>
                  </a:lnTo>
                  <a:lnTo>
                    <a:pt x="649427" y="1638"/>
                  </a:lnTo>
                  <a:close/>
                </a:path>
                <a:path w="998220" h="1096645">
                  <a:moveTo>
                    <a:pt x="682218" y="160439"/>
                  </a:moveTo>
                  <a:lnTo>
                    <a:pt x="664184" y="160439"/>
                  </a:lnTo>
                  <a:lnTo>
                    <a:pt x="664184" y="267665"/>
                  </a:lnTo>
                  <a:lnTo>
                    <a:pt x="682218" y="267665"/>
                  </a:lnTo>
                  <a:lnTo>
                    <a:pt x="682218" y="160439"/>
                  </a:lnTo>
                  <a:close/>
                </a:path>
                <a:path w="998220" h="1096645">
                  <a:moveTo>
                    <a:pt x="711746" y="108864"/>
                  </a:moveTo>
                  <a:lnTo>
                    <a:pt x="707986" y="89217"/>
                  </a:lnTo>
                  <a:lnTo>
                    <a:pt x="705319" y="75311"/>
                  </a:lnTo>
                  <a:lnTo>
                    <a:pt x="697026" y="31927"/>
                  </a:lnTo>
                  <a:lnTo>
                    <a:pt x="691235" y="1638"/>
                  </a:lnTo>
                  <a:lnTo>
                    <a:pt x="687146" y="1638"/>
                  </a:lnTo>
                  <a:lnTo>
                    <a:pt x="687146" y="75311"/>
                  </a:lnTo>
                  <a:lnTo>
                    <a:pt x="672376" y="75311"/>
                  </a:lnTo>
                  <a:lnTo>
                    <a:pt x="679754" y="31927"/>
                  </a:lnTo>
                  <a:lnTo>
                    <a:pt x="687146" y="75311"/>
                  </a:lnTo>
                  <a:lnTo>
                    <a:pt x="687146" y="1638"/>
                  </a:lnTo>
                  <a:lnTo>
                    <a:pt x="670737" y="1638"/>
                  </a:lnTo>
                  <a:lnTo>
                    <a:pt x="650240" y="108864"/>
                  </a:lnTo>
                  <a:lnTo>
                    <a:pt x="667461" y="108864"/>
                  </a:lnTo>
                  <a:lnTo>
                    <a:pt x="670737" y="89217"/>
                  </a:lnTo>
                  <a:lnTo>
                    <a:pt x="689597" y="89217"/>
                  </a:lnTo>
                  <a:lnTo>
                    <a:pt x="692886" y="108864"/>
                  </a:lnTo>
                  <a:lnTo>
                    <a:pt x="711746" y="108864"/>
                  </a:lnTo>
                  <a:close/>
                </a:path>
                <a:path w="998220" h="1096645">
                  <a:moveTo>
                    <a:pt x="739622" y="160439"/>
                  </a:moveTo>
                  <a:lnTo>
                    <a:pt x="691235" y="160439"/>
                  </a:lnTo>
                  <a:lnTo>
                    <a:pt x="692061" y="175171"/>
                  </a:lnTo>
                  <a:lnTo>
                    <a:pt x="706818" y="175171"/>
                  </a:lnTo>
                  <a:lnTo>
                    <a:pt x="706818" y="267665"/>
                  </a:lnTo>
                  <a:lnTo>
                    <a:pt x="724865" y="267665"/>
                  </a:lnTo>
                  <a:lnTo>
                    <a:pt x="724865" y="175171"/>
                  </a:lnTo>
                  <a:lnTo>
                    <a:pt x="739622" y="175171"/>
                  </a:lnTo>
                  <a:lnTo>
                    <a:pt x="739622" y="160439"/>
                  </a:lnTo>
                  <a:close/>
                </a:path>
                <a:path w="998220" h="1096645">
                  <a:moveTo>
                    <a:pt x="757656" y="1638"/>
                  </a:moveTo>
                  <a:lnTo>
                    <a:pt x="709282" y="1638"/>
                  </a:lnTo>
                  <a:lnTo>
                    <a:pt x="710095" y="16370"/>
                  </a:lnTo>
                  <a:lnTo>
                    <a:pt x="724865" y="16370"/>
                  </a:lnTo>
                  <a:lnTo>
                    <a:pt x="724865" y="108864"/>
                  </a:lnTo>
                  <a:lnTo>
                    <a:pt x="742899" y="108864"/>
                  </a:lnTo>
                  <a:lnTo>
                    <a:pt x="742899" y="16370"/>
                  </a:lnTo>
                  <a:lnTo>
                    <a:pt x="757656" y="16370"/>
                  </a:lnTo>
                  <a:lnTo>
                    <a:pt x="757656" y="1638"/>
                  </a:lnTo>
                  <a:close/>
                </a:path>
                <a:path w="998220" h="1096645">
                  <a:moveTo>
                    <a:pt x="769962" y="427291"/>
                  </a:moveTo>
                  <a:lnTo>
                    <a:pt x="769137" y="425653"/>
                  </a:lnTo>
                  <a:lnTo>
                    <a:pt x="767499" y="424014"/>
                  </a:lnTo>
                  <a:lnTo>
                    <a:pt x="765860" y="423202"/>
                  </a:lnTo>
                  <a:lnTo>
                    <a:pt x="748639" y="423202"/>
                  </a:lnTo>
                  <a:lnTo>
                    <a:pt x="748639" y="443661"/>
                  </a:lnTo>
                  <a:lnTo>
                    <a:pt x="735520" y="527151"/>
                  </a:lnTo>
                  <a:lnTo>
                    <a:pt x="725131" y="524319"/>
                  </a:lnTo>
                  <a:lnTo>
                    <a:pt x="713892" y="524090"/>
                  </a:lnTo>
                  <a:lnTo>
                    <a:pt x="702195" y="526008"/>
                  </a:lnTo>
                  <a:lnTo>
                    <a:pt x="690422" y="529615"/>
                  </a:lnTo>
                  <a:lnTo>
                    <a:pt x="648906" y="544436"/>
                  </a:lnTo>
                  <a:lnTo>
                    <a:pt x="610997" y="552323"/>
                  </a:lnTo>
                  <a:lnTo>
                    <a:pt x="606780" y="552323"/>
                  </a:lnTo>
                  <a:lnTo>
                    <a:pt x="606780" y="757174"/>
                  </a:lnTo>
                  <a:lnTo>
                    <a:pt x="602068" y="785571"/>
                  </a:lnTo>
                  <a:lnTo>
                    <a:pt x="583831" y="813650"/>
                  </a:lnTo>
                  <a:lnTo>
                    <a:pt x="570471" y="826389"/>
                  </a:lnTo>
                  <a:lnTo>
                    <a:pt x="560044" y="832688"/>
                  </a:lnTo>
                  <a:lnTo>
                    <a:pt x="547154" y="834377"/>
                  </a:lnTo>
                  <a:lnTo>
                    <a:pt x="526427" y="833297"/>
                  </a:lnTo>
                  <a:lnTo>
                    <a:pt x="484505" y="824395"/>
                  </a:lnTo>
                  <a:lnTo>
                    <a:pt x="450418" y="785571"/>
                  </a:lnTo>
                  <a:lnTo>
                    <a:pt x="445554" y="757174"/>
                  </a:lnTo>
                  <a:lnTo>
                    <a:pt x="449770" y="731227"/>
                  </a:lnTo>
                  <a:lnTo>
                    <a:pt x="458368" y="710514"/>
                  </a:lnTo>
                  <a:lnTo>
                    <a:pt x="471411" y="688975"/>
                  </a:lnTo>
                  <a:lnTo>
                    <a:pt x="493217" y="655459"/>
                  </a:lnTo>
                  <a:lnTo>
                    <a:pt x="525602" y="606552"/>
                  </a:lnTo>
                  <a:lnTo>
                    <a:pt x="537146" y="623951"/>
                  </a:lnTo>
                  <a:lnTo>
                    <a:pt x="558304" y="656082"/>
                  </a:lnTo>
                  <a:lnTo>
                    <a:pt x="579920" y="689432"/>
                  </a:lnTo>
                  <a:lnTo>
                    <a:pt x="602272" y="731227"/>
                  </a:lnTo>
                  <a:lnTo>
                    <a:pt x="606780" y="757174"/>
                  </a:lnTo>
                  <a:lnTo>
                    <a:pt x="606780" y="552323"/>
                  </a:lnTo>
                  <a:lnTo>
                    <a:pt x="571423" y="552284"/>
                  </a:lnTo>
                  <a:lnTo>
                    <a:pt x="528066" y="542709"/>
                  </a:lnTo>
                  <a:lnTo>
                    <a:pt x="521436" y="540258"/>
                  </a:lnTo>
                  <a:lnTo>
                    <a:pt x="469747" y="521220"/>
                  </a:lnTo>
                  <a:lnTo>
                    <a:pt x="439851" y="515772"/>
                  </a:lnTo>
                  <a:lnTo>
                    <a:pt x="408355" y="520611"/>
                  </a:lnTo>
                  <a:lnTo>
                    <a:pt x="387019" y="528281"/>
                  </a:lnTo>
                  <a:lnTo>
                    <a:pt x="365607" y="534720"/>
                  </a:lnTo>
                  <a:lnTo>
                    <a:pt x="343433" y="539026"/>
                  </a:lnTo>
                  <a:lnTo>
                    <a:pt x="319786" y="540258"/>
                  </a:lnTo>
                  <a:lnTo>
                    <a:pt x="300926" y="443661"/>
                  </a:lnTo>
                  <a:lnTo>
                    <a:pt x="748639" y="443661"/>
                  </a:lnTo>
                  <a:lnTo>
                    <a:pt x="748639" y="423202"/>
                  </a:lnTo>
                  <a:lnTo>
                    <a:pt x="283718" y="423202"/>
                  </a:lnTo>
                  <a:lnTo>
                    <a:pt x="282067" y="424014"/>
                  </a:lnTo>
                  <a:lnTo>
                    <a:pt x="281254" y="424840"/>
                  </a:lnTo>
                  <a:lnTo>
                    <a:pt x="279615" y="428104"/>
                  </a:lnTo>
                  <a:lnTo>
                    <a:pt x="280428" y="429742"/>
                  </a:lnTo>
                  <a:lnTo>
                    <a:pt x="360794" y="915149"/>
                  </a:lnTo>
                  <a:lnTo>
                    <a:pt x="361607" y="917613"/>
                  </a:lnTo>
                  <a:lnTo>
                    <a:pt x="363245" y="920064"/>
                  </a:lnTo>
                  <a:lnTo>
                    <a:pt x="464934" y="920064"/>
                  </a:lnTo>
                  <a:lnTo>
                    <a:pt x="471487" y="999464"/>
                  </a:lnTo>
                  <a:lnTo>
                    <a:pt x="429666" y="999464"/>
                  </a:lnTo>
                  <a:lnTo>
                    <a:pt x="526427" y="1096060"/>
                  </a:lnTo>
                  <a:lnTo>
                    <a:pt x="623189" y="999464"/>
                  </a:lnTo>
                  <a:lnTo>
                    <a:pt x="581367" y="999464"/>
                  </a:lnTo>
                  <a:lnTo>
                    <a:pt x="587921" y="920889"/>
                  </a:lnTo>
                  <a:lnTo>
                    <a:pt x="690422" y="920889"/>
                  </a:lnTo>
                  <a:lnTo>
                    <a:pt x="692886" y="919251"/>
                  </a:lnTo>
                  <a:lnTo>
                    <a:pt x="706386" y="834377"/>
                  </a:lnTo>
                  <a:lnTo>
                    <a:pt x="741921" y="605739"/>
                  </a:lnTo>
                  <a:lnTo>
                    <a:pt x="750201" y="552424"/>
                  </a:lnTo>
                  <a:lnTo>
                    <a:pt x="754126" y="527151"/>
                  </a:lnTo>
                  <a:lnTo>
                    <a:pt x="767105" y="443661"/>
                  </a:lnTo>
                  <a:lnTo>
                    <a:pt x="769137" y="430568"/>
                  </a:lnTo>
                  <a:lnTo>
                    <a:pt x="769962" y="427291"/>
                  </a:lnTo>
                  <a:close/>
                </a:path>
                <a:path w="998220" h="1096645">
                  <a:moveTo>
                    <a:pt x="796201" y="267665"/>
                  </a:moveTo>
                  <a:lnTo>
                    <a:pt x="792441" y="248031"/>
                  </a:lnTo>
                  <a:lnTo>
                    <a:pt x="789787" y="234111"/>
                  </a:lnTo>
                  <a:lnTo>
                    <a:pt x="781494" y="190728"/>
                  </a:lnTo>
                  <a:lnTo>
                    <a:pt x="775703" y="160439"/>
                  </a:lnTo>
                  <a:lnTo>
                    <a:pt x="772414" y="160439"/>
                  </a:lnTo>
                  <a:lnTo>
                    <a:pt x="772414" y="234111"/>
                  </a:lnTo>
                  <a:lnTo>
                    <a:pt x="757656" y="234111"/>
                  </a:lnTo>
                  <a:lnTo>
                    <a:pt x="765035" y="190728"/>
                  </a:lnTo>
                  <a:lnTo>
                    <a:pt x="772414" y="234111"/>
                  </a:lnTo>
                  <a:lnTo>
                    <a:pt x="772414" y="160439"/>
                  </a:lnTo>
                  <a:lnTo>
                    <a:pt x="755205" y="160439"/>
                  </a:lnTo>
                  <a:lnTo>
                    <a:pt x="734695" y="267665"/>
                  </a:lnTo>
                  <a:lnTo>
                    <a:pt x="751916" y="267665"/>
                  </a:lnTo>
                  <a:lnTo>
                    <a:pt x="755205" y="248031"/>
                  </a:lnTo>
                  <a:lnTo>
                    <a:pt x="774065" y="248031"/>
                  </a:lnTo>
                  <a:lnTo>
                    <a:pt x="777341" y="267665"/>
                  </a:lnTo>
                  <a:lnTo>
                    <a:pt x="796201" y="267665"/>
                  </a:lnTo>
                  <a:close/>
                </a:path>
                <a:path w="998220" h="1096645">
                  <a:moveTo>
                    <a:pt x="809320" y="1638"/>
                  </a:moveTo>
                  <a:lnTo>
                    <a:pt x="765860" y="1638"/>
                  </a:lnTo>
                  <a:lnTo>
                    <a:pt x="765860" y="109689"/>
                  </a:lnTo>
                  <a:lnTo>
                    <a:pt x="809320" y="109689"/>
                  </a:lnTo>
                  <a:lnTo>
                    <a:pt x="809320" y="94957"/>
                  </a:lnTo>
                  <a:lnTo>
                    <a:pt x="783894" y="94957"/>
                  </a:lnTo>
                  <a:lnTo>
                    <a:pt x="783894" y="62204"/>
                  </a:lnTo>
                  <a:lnTo>
                    <a:pt x="801941" y="62204"/>
                  </a:lnTo>
                  <a:lnTo>
                    <a:pt x="801941" y="47472"/>
                  </a:lnTo>
                  <a:lnTo>
                    <a:pt x="783894" y="47472"/>
                  </a:lnTo>
                  <a:lnTo>
                    <a:pt x="783894" y="16370"/>
                  </a:lnTo>
                  <a:lnTo>
                    <a:pt x="809320" y="16370"/>
                  </a:lnTo>
                  <a:lnTo>
                    <a:pt x="809320" y="1638"/>
                  </a:lnTo>
                  <a:close/>
                </a:path>
                <a:path w="998220" h="1096645">
                  <a:moveTo>
                    <a:pt x="838835" y="160439"/>
                  </a:moveTo>
                  <a:lnTo>
                    <a:pt x="790460" y="160439"/>
                  </a:lnTo>
                  <a:lnTo>
                    <a:pt x="791273" y="175171"/>
                  </a:lnTo>
                  <a:lnTo>
                    <a:pt x="806043" y="175171"/>
                  </a:lnTo>
                  <a:lnTo>
                    <a:pt x="806043" y="267665"/>
                  </a:lnTo>
                  <a:lnTo>
                    <a:pt x="824077" y="267665"/>
                  </a:lnTo>
                  <a:lnTo>
                    <a:pt x="824077" y="175171"/>
                  </a:lnTo>
                  <a:lnTo>
                    <a:pt x="838835" y="175171"/>
                  </a:lnTo>
                  <a:lnTo>
                    <a:pt x="838835" y="160439"/>
                  </a:lnTo>
                  <a:close/>
                </a:path>
                <a:path w="998220" h="1096645">
                  <a:moveTo>
                    <a:pt x="866711" y="160439"/>
                  </a:moveTo>
                  <a:lnTo>
                    <a:pt x="848677" y="160439"/>
                  </a:lnTo>
                  <a:lnTo>
                    <a:pt x="848677" y="267665"/>
                  </a:lnTo>
                  <a:lnTo>
                    <a:pt x="866711" y="267665"/>
                  </a:lnTo>
                  <a:lnTo>
                    <a:pt x="866711" y="160439"/>
                  </a:lnTo>
                  <a:close/>
                </a:path>
                <a:path w="998220" h="1096645">
                  <a:moveTo>
                    <a:pt x="872451" y="108864"/>
                  </a:moveTo>
                  <a:lnTo>
                    <a:pt x="855230" y="59753"/>
                  </a:lnTo>
                  <a:lnTo>
                    <a:pt x="865898" y="57302"/>
                  </a:lnTo>
                  <a:lnTo>
                    <a:pt x="870000" y="50749"/>
                  </a:lnTo>
                  <a:lnTo>
                    <a:pt x="870000" y="49936"/>
                  </a:lnTo>
                  <a:lnTo>
                    <a:pt x="870000" y="25374"/>
                  </a:lnTo>
                  <a:lnTo>
                    <a:pt x="868807" y="16370"/>
                  </a:lnTo>
                  <a:lnTo>
                    <a:pt x="868692" y="15455"/>
                  </a:lnTo>
                  <a:lnTo>
                    <a:pt x="864463" y="7975"/>
                  </a:lnTo>
                  <a:lnTo>
                    <a:pt x="856856" y="3276"/>
                  </a:lnTo>
                  <a:lnTo>
                    <a:pt x="851954" y="2578"/>
                  </a:lnTo>
                  <a:lnTo>
                    <a:pt x="851954" y="19646"/>
                  </a:lnTo>
                  <a:lnTo>
                    <a:pt x="851954" y="46659"/>
                  </a:lnTo>
                  <a:lnTo>
                    <a:pt x="849503" y="49936"/>
                  </a:lnTo>
                  <a:lnTo>
                    <a:pt x="837196" y="49936"/>
                  </a:lnTo>
                  <a:lnTo>
                    <a:pt x="837196" y="16370"/>
                  </a:lnTo>
                  <a:lnTo>
                    <a:pt x="849503" y="16370"/>
                  </a:lnTo>
                  <a:lnTo>
                    <a:pt x="851954" y="19646"/>
                  </a:lnTo>
                  <a:lnTo>
                    <a:pt x="851954" y="2578"/>
                  </a:lnTo>
                  <a:lnTo>
                    <a:pt x="845400" y="1638"/>
                  </a:lnTo>
                  <a:lnTo>
                    <a:pt x="819162" y="1638"/>
                  </a:lnTo>
                  <a:lnTo>
                    <a:pt x="819162" y="108864"/>
                  </a:lnTo>
                  <a:lnTo>
                    <a:pt x="837196" y="108864"/>
                  </a:lnTo>
                  <a:lnTo>
                    <a:pt x="837196" y="59753"/>
                  </a:lnTo>
                  <a:lnTo>
                    <a:pt x="853592" y="108864"/>
                  </a:lnTo>
                  <a:lnTo>
                    <a:pt x="872451" y="108864"/>
                  </a:lnTo>
                  <a:close/>
                </a:path>
                <a:path w="998220" h="1096645">
                  <a:moveTo>
                    <a:pt x="933132" y="187452"/>
                  </a:moveTo>
                  <a:lnTo>
                    <a:pt x="915098" y="160540"/>
                  </a:lnTo>
                  <a:lnTo>
                    <a:pt x="915098" y="178447"/>
                  </a:lnTo>
                  <a:lnTo>
                    <a:pt x="915098" y="249656"/>
                  </a:lnTo>
                  <a:lnTo>
                    <a:pt x="912634" y="253758"/>
                  </a:lnTo>
                  <a:lnTo>
                    <a:pt x="906081" y="254571"/>
                  </a:lnTo>
                  <a:lnTo>
                    <a:pt x="899515" y="254571"/>
                  </a:lnTo>
                  <a:lnTo>
                    <a:pt x="897051" y="249656"/>
                  </a:lnTo>
                  <a:lnTo>
                    <a:pt x="897051" y="178447"/>
                  </a:lnTo>
                  <a:lnTo>
                    <a:pt x="899515" y="173532"/>
                  </a:lnTo>
                  <a:lnTo>
                    <a:pt x="912634" y="173532"/>
                  </a:lnTo>
                  <a:lnTo>
                    <a:pt x="915098" y="178447"/>
                  </a:lnTo>
                  <a:lnTo>
                    <a:pt x="915098" y="160540"/>
                  </a:lnTo>
                  <a:lnTo>
                    <a:pt x="879767" y="175717"/>
                  </a:lnTo>
                  <a:lnTo>
                    <a:pt x="878192" y="187452"/>
                  </a:lnTo>
                  <a:lnTo>
                    <a:pt x="878192" y="239839"/>
                  </a:lnTo>
                  <a:lnTo>
                    <a:pt x="879894" y="251688"/>
                  </a:lnTo>
                  <a:lnTo>
                    <a:pt x="884961" y="260921"/>
                  </a:lnTo>
                  <a:lnTo>
                    <a:pt x="893419" y="266776"/>
                  </a:lnTo>
                  <a:lnTo>
                    <a:pt x="905256" y="268490"/>
                  </a:lnTo>
                  <a:lnTo>
                    <a:pt x="917917" y="266319"/>
                  </a:lnTo>
                  <a:lnTo>
                    <a:pt x="926579" y="260299"/>
                  </a:lnTo>
                  <a:lnTo>
                    <a:pt x="929716" y="254571"/>
                  </a:lnTo>
                  <a:lnTo>
                    <a:pt x="931545" y="251218"/>
                  </a:lnTo>
                  <a:lnTo>
                    <a:pt x="933132" y="239839"/>
                  </a:lnTo>
                  <a:lnTo>
                    <a:pt x="933132" y="187452"/>
                  </a:lnTo>
                  <a:close/>
                </a:path>
                <a:path w="998220" h="1096645">
                  <a:moveTo>
                    <a:pt x="997915" y="161251"/>
                  </a:moveTo>
                  <a:lnTo>
                    <a:pt x="983157" y="161251"/>
                  </a:lnTo>
                  <a:lnTo>
                    <a:pt x="983157" y="222643"/>
                  </a:lnTo>
                  <a:lnTo>
                    <a:pt x="976071" y="200545"/>
                  </a:lnTo>
                  <a:lnTo>
                    <a:pt x="963472" y="161251"/>
                  </a:lnTo>
                  <a:lnTo>
                    <a:pt x="945438" y="161251"/>
                  </a:lnTo>
                  <a:lnTo>
                    <a:pt x="945438" y="268490"/>
                  </a:lnTo>
                  <a:lnTo>
                    <a:pt x="961009" y="268490"/>
                  </a:lnTo>
                  <a:lnTo>
                    <a:pt x="961009" y="200545"/>
                  </a:lnTo>
                  <a:lnTo>
                    <a:pt x="982332" y="268490"/>
                  </a:lnTo>
                  <a:lnTo>
                    <a:pt x="997915" y="268490"/>
                  </a:lnTo>
                  <a:lnTo>
                    <a:pt x="997915" y="222643"/>
                  </a:lnTo>
                  <a:lnTo>
                    <a:pt x="997915" y="1612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643731" y="4608678"/>
            <a:ext cx="1319097" cy="1316819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15084654" y="3166479"/>
            <a:ext cx="1318009" cy="1317374"/>
            <a:chOff x="17340429" y="2728514"/>
            <a:chExt cx="1318260" cy="1317625"/>
          </a:xfrm>
        </p:grpSpPr>
        <p:sp>
          <p:nvSpPr>
            <p:cNvPr id="74" name="object 74"/>
            <p:cNvSpPr/>
            <p:nvPr/>
          </p:nvSpPr>
          <p:spPr>
            <a:xfrm>
              <a:off x="17340429" y="2728514"/>
              <a:ext cx="1318260" cy="1317625"/>
            </a:xfrm>
            <a:custGeom>
              <a:avLst/>
              <a:gdLst/>
              <a:ahLst/>
              <a:cxnLst/>
              <a:rect l="l" t="t" r="r" b="b"/>
              <a:pathLst>
                <a:path w="1318259" h="1317625">
                  <a:moveTo>
                    <a:pt x="1318100" y="1317069"/>
                  </a:moveTo>
                  <a:lnTo>
                    <a:pt x="0" y="1317069"/>
                  </a:lnTo>
                  <a:lnTo>
                    <a:pt x="0" y="0"/>
                  </a:lnTo>
                  <a:lnTo>
                    <a:pt x="1318100" y="0"/>
                  </a:lnTo>
                  <a:lnTo>
                    <a:pt x="1318100" y="1317069"/>
                  </a:lnTo>
                  <a:close/>
                </a:path>
              </a:pathLst>
            </a:custGeom>
            <a:solidFill>
              <a:srgbClr val="FF3920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7470692" y="2838201"/>
              <a:ext cx="832485" cy="1091565"/>
            </a:xfrm>
            <a:custGeom>
              <a:avLst/>
              <a:gdLst/>
              <a:ahLst/>
              <a:cxnLst/>
              <a:rect l="l" t="t" r="r" b="b"/>
              <a:pathLst>
                <a:path w="832484" h="1091564">
                  <a:moveTo>
                    <a:pt x="125336" y="144068"/>
                  </a:moveTo>
                  <a:lnTo>
                    <a:pt x="121627" y="116903"/>
                  </a:lnTo>
                  <a:lnTo>
                    <a:pt x="111607" y="98640"/>
                  </a:lnTo>
                  <a:lnTo>
                    <a:pt x="96989" y="88353"/>
                  </a:lnTo>
                  <a:lnTo>
                    <a:pt x="79463" y="85140"/>
                  </a:lnTo>
                  <a:lnTo>
                    <a:pt x="67005" y="86334"/>
                  </a:lnTo>
                  <a:lnTo>
                    <a:pt x="56616" y="89839"/>
                  </a:lnTo>
                  <a:lnTo>
                    <a:pt x="48234" y="95491"/>
                  </a:lnTo>
                  <a:lnTo>
                    <a:pt x="41770" y="103149"/>
                  </a:lnTo>
                  <a:lnTo>
                    <a:pt x="41770" y="36842"/>
                  </a:lnTo>
                  <a:lnTo>
                    <a:pt x="118783" y="36842"/>
                  </a:lnTo>
                  <a:lnTo>
                    <a:pt x="118783" y="0"/>
                  </a:lnTo>
                  <a:lnTo>
                    <a:pt x="812" y="0"/>
                  </a:lnTo>
                  <a:lnTo>
                    <a:pt x="812" y="149809"/>
                  </a:lnTo>
                  <a:lnTo>
                    <a:pt x="41770" y="149809"/>
                  </a:lnTo>
                  <a:lnTo>
                    <a:pt x="41770" y="144068"/>
                  </a:lnTo>
                  <a:lnTo>
                    <a:pt x="43116" y="133680"/>
                  </a:lnTo>
                  <a:lnTo>
                    <a:pt x="47002" y="125958"/>
                  </a:lnTo>
                  <a:lnTo>
                    <a:pt x="53174" y="121170"/>
                  </a:lnTo>
                  <a:lnTo>
                    <a:pt x="61429" y="119519"/>
                  </a:lnTo>
                  <a:lnTo>
                    <a:pt x="70256" y="121272"/>
                  </a:lnTo>
                  <a:lnTo>
                    <a:pt x="76073" y="126161"/>
                  </a:lnTo>
                  <a:lnTo>
                    <a:pt x="79286" y="133680"/>
                  </a:lnTo>
                  <a:lnTo>
                    <a:pt x="80276" y="143256"/>
                  </a:lnTo>
                  <a:lnTo>
                    <a:pt x="80276" y="207098"/>
                  </a:lnTo>
                  <a:lnTo>
                    <a:pt x="79286" y="216687"/>
                  </a:lnTo>
                  <a:lnTo>
                    <a:pt x="76073" y="224193"/>
                  </a:lnTo>
                  <a:lnTo>
                    <a:pt x="70256" y="229095"/>
                  </a:lnTo>
                  <a:lnTo>
                    <a:pt x="61429" y="230835"/>
                  </a:lnTo>
                  <a:lnTo>
                    <a:pt x="51663" y="229044"/>
                  </a:lnTo>
                  <a:lnTo>
                    <a:pt x="45364" y="223888"/>
                  </a:lnTo>
                  <a:lnTo>
                    <a:pt x="41960" y="215646"/>
                  </a:lnTo>
                  <a:lnTo>
                    <a:pt x="40957" y="204647"/>
                  </a:lnTo>
                  <a:lnTo>
                    <a:pt x="40957" y="171081"/>
                  </a:lnTo>
                  <a:lnTo>
                    <a:pt x="0" y="171081"/>
                  </a:lnTo>
                  <a:lnTo>
                    <a:pt x="0" y="201371"/>
                  </a:lnTo>
                  <a:lnTo>
                    <a:pt x="3263" y="228650"/>
                  </a:lnTo>
                  <a:lnTo>
                    <a:pt x="13817" y="249567"/>
                  </a:lnTo>
                  <a:lnTo>
                    <a:pt x="32829" y="262953"/>
                  </a:lnTo>
                  <a:lnTo>
                    <a:pt x="61429" y="267677"/>
                  </a:lnTo>
                  <a:lnTo>
                    <a:pt x="90424" y="263398"/>
                  </a:lnTo>
                  <a:lnTo>
                    <a:pt x="110286" y="251206"/>
                  </a:lnTo>
                  <a:lnTo>
                    <a:pt x="121691" y="232105"/>
                  </a:lnTo>
                  <a:lnTo>
                    <a:pt x="125336" y="207098"/>
                  </a:lnTo>
                  <a:lnTo>
                    <a:pt x="125336" y="144068"/>
                  </a:lnTo>
                  <a:close/>
                </a:path>
                <a:path w="832484" h="1091564">
                  <a:moveTo>
                    <a:pt x="289191" y="158800"/>
                  </a:moveTo>
                  <a:lnTo>
                    <a:pt x="245770" y="158800"/>
                  </a:lnTo>
                  <a:lnTo>
                    <a:pt x="245770" y="266852"/>
                  </a:lnTo>
                  <a:lnTo>
                    <a:pt x="289191" y="266852"/>
                  </a:lnTo>
                  <a:lnTo>
                    <a:pt x="289191" y="252120"/>
                  </a:lnTo>
                  <a:lnTo>
                    <a:pt x="263791" y="252120"/>
                  </a:lnTo>
                  <a:lnTo>
                    <a:pt x="263791" y="219379"/>
                  </a:lnTo>
                  <a:lnTo>
                    <a:pt x="281813" y="219379"/>
                  </a:lnTo>
                  <a:lnTo>
                    <a:pt x="281813" y="204647"/>
                  </a:lnTo>
                  <a:lnTo>
                    <a:pt x="263791" y="204647"/>
                  </a:lnTo>
                  <a:lnTo>
                    <a:pt x="263791" y="173532"/>
                  </a:lnTo>
                  <a:lnTo>
                    <a:pt x="289191" y="173532"/>
                  </a:lnTo>
                  <a:lnTo>
                    <a:pt x="289191" y="158800"/>
                  </a:lnTo>
                  <a:close/>
                </a:path>
                <a:path w="832484" h="1091564">
                  <a:moveTo>
                    <a:pt x="299021" y="27012"/>
                  </a:moveTo>
                  <a:lnTo>
                    <a:pt x="272808" y="0"/>
                  </a:lnTo>
                  <a:lnTo>
                    <a:pt x="260629" y="2057"/>
                  </a:lnTo>
                  <a:lnTo>
                    <a:pt x="252222" y="7874"/>
                  </a:lnTo>
                  <a:lnTo>
                    <a:pt x="247345" y="16916"/>
                  </a:lnTo>
                  <a:lnTo>
                    <a:pt x="245770" y="28651"/>
                  </a:lnTo>
                  <a:lnTo>
                    <a:pt x="245770" y="81038"/>
                  </a:lnTo>
                  <a:lnTo>
                    <a:pt x="247167" y="92417"/>
                  </a:lnTo>
                  <a:lnTo>
                    <a:pt x="251409" y="101498"/>
                  </a:lnTo>
                  <a:lnTo>
                    <a:pt x="258559" y="107518"/>
                  </a:lnTo>
                  <a:lnTo>
                    <a:pt x="268706" y="109689"/>
                  </a:lnTo>
                  <a:lnTo>
                    <a:pt x="278536" y="109689"/>
                  </a:lnTo>
                  <a:lnTo>
                    <a:pt x="283451" y="104775"/>
                  </a:lnTo>
                  <a:lnTo>
                    <a:pt x="285915" y="96596"/>
                  </a:lnTo>
                  <a:lnTo>
                    <a:pt x="285915" y="108051"/>
                  </a:lnTo>
                  <a:lnTo>
                    <a:pt x="299021" y="108051"/>
                  </a:lnTo>
                  <a:lnTo>
                    <a:pt x="299021" y="50749"/>
                  </a:lnTo>
                  <a:lnTo>
                    <a:pt x="274447" y="50749"/>
                  </a:lnTo>
                  <a:lnTo>
                    <a:pt x="274447" y="67119"/>
                  </a:lnTo>
                  <a:lnTo>
                    <a:pt x="282638" y="67119"/>
                  </a:lnTo>
                  <a:lnTo>
                    <a:pt x="282638" y="93319"/>
                  </a:lnTo>
                  <a:lnTo>
                    <a:pt x="279361" y="96596"/>
                  </a:lnTo>
                  <a:lnTo>
                    <a:pt x="267068" y="96596"/>
                  </a:lnTo>
                  <a:lnTo>
                    <a:pt x="264617" y="91681"/>
                  </a:lnTo>
                  <a:lnTo>
                    <a:pt x="264617" y="20459"/>
                  </a:lnTo>
                  <a:lnTo>
                    <a:pt x="267068" y="15557"/>
                  </a:lnTo>
                  <a:lnTo>
                    <a:pt x="280174" y="15557"/>
                  </a:lnTo>
                  <a:lnTo>
                    <a:pt x="282638" y="19646"/>
                  </a:lnTo>
                  <a:lnTo>
                    <a:pt x="282638" y="36830"/>
                  </a:lnTo>
                  <a:lnTo>
                    <a:pt x="299021" y="36830"/>
                  </a:lnTo>
                  <a:lnTo>
                    <a:pt x="299021" y="27012"/>
                  </a:lnTo>
                  <a:close/>
                </a:path>
                <a:path w="832484" h="1091564">
                  <a:moveTo>
                    <a:pt x="352259" y="185813"/>
                  </a:moveTo>
                  <a:lnTo>
                    <a:pt x="334238" y="158902"/>
                  </a:lnTo>
                  <a:lnTo>
                    <a:pt x="334238" y="176809"/>
                  </a:lnTo>
                  <a:lnTo>
                    <a:pt x="334238" y="248843"/>
                  </a:lnTo>
                  <a:lnTo>
                    <a:pt x="331787" y="253758"/>
                  </a:lnTo>
                  <a:lnTo>
                    <a:pt x="318681" y="253758"/>
                  </a:lnTo>
                  <a:lnTo>
                    <a:pt x="316217" y="248843"/>
                  </a:lnTo>
                  <a:lnTo>
                    <a:pt x="316217" y="176809"/>
                  </a:lnTo>
                  <a:lnTo>
                    <a:pt x="318681" y="171894"/>
                  </a:lnTo>
                  <a:lnTo>
                    <a:pt x="331787" y="171894"/>
                  </a:lnTo>
                  <a:lnTo>
                    <a:pt x="334238" y="176809"/>
                  </a:lnTo>
                  <a:lnTo>
                    <a:pt x="334238" y="158902"/>
                  </a:lnTo>
                  <a:lnTo>
                    <a:pt x="298958" y="174091"/>
                  </a:lnTo>
                  <a:lnTo>
                    <a:pt x="297383" y="185813"/>
                  </a:lnTo>
                  <a:lnTo>
                    <a:pt x="297383" y="238201"/>
                  </a:lnTo>
                  <a:lnTo>
                    <a:pt x="298500" y="248424"/>
                  </a:lnTo>
                  <a:lnTo>
                    <a:pt x="302082" y="256717"/>
                  </a:lnTo>
                  <a:lnTo>
                    <a:pt x="308432" y="262724"/>
                  </a:lnTo>
                  <a:lnTo>
                    <a:pt x="317855" y="266039"/>
                  </a:lnTo>
                  <a:lnTo>
                    <a:pt x="317855" y="273405"/>
                  </a:lnTo>
                  <a:lnTo>
                    <a:pt x="352259" y="279133"/>
                  </a:lnTo>
                  <a:lnTo>
                    <a:pt x="352259" y="266039"/>
                  </a:lnTo>
                  <a:lnTo>
                    <a:pt x="339153" y="263575"/>
                  </a:lnTo>
                  <a:lnTo>
                    <a:pt x="345008" y="259499"/>
                  </a:lnTo>
                  <a:lnTo>
                    <a:pt x="349021" y="253758"/>
                  </a:lnTo>
                  <a:lnTo>
                    <a:pt x="351485" y="246430"/>
                  </a:lnTo>
                  <a:lnTo>
                    <a:pt x="352259" y="238201"/>
                  </a:lnTo>
                  <a:lnTo>
                    <a:pt x="352259" y="185813"/>
                  </a:lnTo>
                  <a:close/>
                </a:path>
                <a:path w="832484" h="1091564">
                  <a:moveTo>
                    <a:pt x="354723" y="812"/>
                  </a:moveTo>
                  <a:lnTo>
                    <a:pt x="311315" y="812"/>
                  </a:lnTo>
                  <a:lnTo>
                    <a:pt x="311315" y="108864"/>
                  </a:lnTo>
                  <a:lnTo>
                    <a:pt x="354723" y="108864"/>
                  </a:lnTo>
                  <a:lnTo>
                    <a:pt x="354723" y="94132"/>
                  </a:lnTo>
                  <a:lnTo>
                    <a:pt x="329336" y="94132"/>
                  </a:lnTo>
                  <a:lnTo>
                    <a:pt x="329336" y="61391"/>
                  </a:lnTo>
                  <a:lnTo>
                    <a:pt x="347357" y="61391"/>
                  </a:lnTo>
                  <a:lnTo>
                    <a:pt x="347357" y="46659"/>
                  </a:lnTo>
                  <a:lnTo>
                    <a:pt x="329336" y="46659"/>
                  </a:lnTo>
                  <a:lnTo>
                    <a:pt x="329336" y="15557"/>
                  </a:lnTo>
                  <a:lnTo>
                    <a:pt x="354723" y="15557"/>
                  </a:lnTo>
                  <a:lnTo>
                    <a:pt x="354723" y="812"/>
                  </a:lnTo>
                  <a:close/>
                </a:path>
                <a:path w="832484" h="1091564">
                  <a:moveTo>
                    <a:pt x="416979" y="158800"/>
                  </a:moveTo>
                  <a:lnTo>
                    <a:pt x="400596" y="158800"/>
                  </a:lnTo>
                  <a:lnTo>
                    <a:pt x="400596" y="248843"/>
                  </a:lnTo>
                  <a:lnTo>
                    <a:pt x="398145" y="252933"/>
                  </a:lnTo>
                  <a:lnTo>
                    <a:pt x="385038" y="252933"/>
                  </a:lnTo>
                  <a:lnTo>
                    <a:pt x="382574" y="248843"/>
                  </a:lnTo>
                  <a:lnTo>
                    <a:pt x="382574" y="158800"/>
                  </a:lnTo>
                  <a:lnTo>
                    <a:pt x="364553" y="158800"/>
                  </a:lnTo>
                  <a:lnTo>
                    <a:pt x="364553" y="239839"/>
                  </a:lnTo>
                  <a:lnTo>
                    <a:pt x="366128" y="251447"/>
                  </a:lnTo>
                  <a:lnTo>
                    <a:pt x="371005" y="260197"/>
                  </a:lnTo>
                  <a:lnTo>
                    <a:pt x="379412" y="265734"/>
                  </a:lnTo>
                  <a:lnTo>
                    <a:pt x="391591" y="267677"/>
                  </a:lnTo>
                  <a:lnTo>
                    <a:pt x="403161" y="265620"/>
                  </a:lnTo>
                  <a:lnTo>
                    <a:pt x="411048" y="259892"/>
                  </a:lnTo>
                  <a:lnTo>
                    <a:pt x="414604" y="252933"/>
                  </a:lnTo>
                  <a:lnTo>
                    <a:pt x="415544" y="251091"/>
                  </a:lnTo>
                  <a:lnTo>
                    <a:pt x="416979" y="239839"/>
                  </a:lnTo>
                  <a:lnTo>
                    <a:pt x="416979" y="158800"/>
                  </a:lnTo>
                  <a:close/>
                </a:path>
                <a:path w="832484" h="1091564">
                  <a:moveTo>
                    <a:pt x="417804" y="1638"/>
                  </a:moveTo>
                  <a:lnTo>
                    <a:pt x="403059" y="1638"/>
                  </a:lnTo>
                  <a:lnTo>
                    <a:pt x="403059" y="63030"/>
                  </a:lnTo>
                  <a:lnTo>
                    <a:pt x="395986" y="40932"/>
                  </a:lnTo>
                  <a:lnTo>
                    <a:pt x="383400" y="1638"/>
                  </a:lnTo>
                  <a:lnTo>
                    <a:pt x="365379" y="1638"/>
                  </a:lnTo>
                  <a:lnTo>
                    <a:pt x="365379" y="108864"/>
                  </a:lnTo>
                  <a:lnTo>
                    <a:pt x="380936" y="108864"/>
                  </a:lnTo>
                  <a:lnTo>
                    <a:pt x="380936" y="40932"/>
                  </a:lnTo>
                  <a:lnTo>
                    <a:pt x="402247" y="108864"/>
                  </a:lnTo>
                  <a:lnTo>
                    <a:pt x="417804" y="108864"/>
                  </a:lnTo>
                  <a:lnTo>
                    <a:pt x="417804" y="63030"/>
                  </a:lnTo>
                  <a:lnTo>
                    <a:pt x="417804" y="1638"/>
                  </a:lnTo>
                  <a:close/>
                </a:path>
                <a:path w="832484" h="1091564">
                  <a:moveTo>
                    <a:pt x="484162" y="29464"/>
                  </a:moveTo>
                  <a:lnTo>
                    <a:pt x="482828" y="18084"/>
                  </a:lnTo>
                  <a:lnTo>
                    <a:pt x="481596" y="15557"/>
                  </a:lnTo>
                  <a:lnTo>
                    <a:pt x="478421" y="9004"/>
                  </a:lnTo>
                  <a:lnTo>
                    <a:pt x="470331" y="2997"/>
                  </a:lnTo>
                  <a:lnTo>
                    <a:pt x="466140" y="2260"/>
                  </a:lnTo>
                  <a:lnTo>
                    <a:pt x="466140" y="19646"/>
                  </a:lnTo>
                  <a:lnTo>
                    <a:pt x="466140" y="89217"/>
                  </a:lnTo>
                  <a:lnTo>
                    <a:pt x="462864" y="93319"/>
                  </a:lnTo>
                  <a:lnTo>
                    <a:pt x="448119" y="93319"/>
                  </a:lnTo>
                  <a:lnTo>
                    <a:pt x="448119" y="15557"/>
                  </a:lnTo>
                  <a:lnTo>
                    <a:pt x="463677" y="15557"/>
                  </a:lnTo>
                  <a:lnTo>
                    <a:pt x="466140" y="19646"/>
                  </a:lnTo>
                  <a:lnTo>
                    <a:pt x="466140" y="2260"/>
                  </a:lnTo>
                  <a:lnTo>
                    <a:pt x="457949" y="812"/>
                  </a:lnTo>
                  <a:lnTo>
                    <a:pt x="430098" y="812"/>
                  </a:lnTo>
                  <a:lnTo>
                    <a:pt x="430098" y="108051"/>
                  </a:lnTo>
                  <a:lnTo>
                    <a:pt x="457949" y="108051"/>
                  </a:lnTo>
                  <a:lnTo>
                    <a:pt x="484162" y="79400"/>
                  </a:lnTo>
                  <a:lnTo>
                    <a:pt x="484162" y="29464"/>
                  </a:lnTo>
                  <a:close/>
                </a:path>
                <a:path w="832484" h="1091564">
                  <a:moveTo>
                    <a:pt x="487438" y="266039"/>
                  </a:moveTo>
                  <a:lnTo>
                    <a:pt x="483679" y="246392"/>
                  </a:lnTo>
                  <a:lnTo>
                    <a:pt x="481025" y="232473"/>
                  </a:lnTo>
                  <a:lnTo>
                    <a:pt x="472732" y="189090"/>
                  </a:lnTo>
                  <a:lnTo>
                    <a:pt x="466953" y="158800"/>
                  </a:lnTo>
                  <a:lnTo>
                    <a:pt x="463677" y="158800"/>
                  </a:lnTo>
                  <a:lnTo>
                    <a:pt x="463677" y="232473"/>
                  </a:lnTo>
                  <a:lnTo>
                    <a:pt x="448932" y="232473"/>
                  </a:lnTo>
                  <a:lnTo>
                    <a:pt x="456298" y="189090"/>
                  </a:lnTo>
                  <a:lnTo>
                    <a:pt x="463677" y="232473"/>
                  </a:lnTo>
                  <a:lnTo>
                    <a:pt x="463677" y="158800"/>
                  </a:lnTo>
                  <a:lnTo>
                    <a:pt x="446468" y="158800"/>
                  </a:lnTo>
                  <a:lnTo>
                    <a:pt x="425996" y="266039"/>
                  </a:lnTo>
                  <a:lnTo>
                    <a:pt x="443191" y="266039"/>
                  </a:lnTo>
                  <a:lnTo>
                    <a:pt x="446468" y="246392"/>
                  </a:lnTo>
                  <a:lnTo>
                    <a:pt x="465315" y="246392"/>
                  </a:lnTo>
                  <a:lnTo>
                    <a:pt x="468591" y="266039"/>
                  </a:lnTo>
                  <a:lnTo>
                    <a:pt x="487438" y="266039"/>
                  </a:lnTo>
                  <a:close/>
                </a:path>
                <a:path w="832484" h="1091564">
                  <a:moveTo>
                    <a:pt x="535762" y="251294"/>
                  </a:moveTo>
                  <a:lnTo>
                    <a:pt x="514464" y="251294"/>
                  </a:lnTo>
                  <a:lnTo>
                    <a:pt x="514464" y="158800"/>
                  </a:lnTo>
                  <a:lnTo>
                    <a:pt x="496443" y="158800"/>
                  </a:lnTo>
                  <a:lnTo>
                    <a:pt x="496443" y="266039"/>
                  </a:lnTo>
                  <a:lnTo>
                    <a:pt x="535762" y="266039"/>
                  </a:lnTo>
                  <a:lnTo>
                    <a:pt x="535762" y="251294"/>
                  </a:lnTo>
                  <a:close/>
                </a:path>
                <a:path w="832484" h="1091564">
                  <a:moveTo>
                    <a:pt x="539864" y="812"/>
                  </a:moveTo>
                  <a:lnTo>
                    <a:pt x="496455" y="812"/>
                  </a:lnTo>
                  <a:lnTo>
                    <a:pt x="496455" y="108864"/>
                  </a:lnTo>
                  <a:lnTo>
                    <a:pt x="539864" y="108864"/>
                  </a:lnTo>
                  <a:lnTo>
                    <a:pt x="539864" y="94132"/>
                  </a:lnTo>
                  <a:lnTo>
                    <a:pt x="514477" y="94132"/>
                  </a:lnTo>
                  <a:lnTo>
                    <a:pt x="514477" y="61391"/>
                  </a:lnTo>
                  <a:lnTo>
                    <a:pt x="532498" y="61391"/>
                  </a:lnTo>
                  <a:lnTo>
                    <a:pt x="532498" y="46659"/>
                  </a:lnTo>
                  <a:lnTo>
                    <a:pt x="514477" y="46659"/>
                  </a:lnTo>
                  <a:lnTo>
                    <a:pt x="514477" y="15557"/>
                  </a:lnTo>
                  <a:lnTo>
                    <a:pt x="539864" y="15557"/>
                  </a:lnTo>
                  <a:lnTo>
                    <a:pt x="539864" y="812"/>
                  </a:lnTo>
                  <a:close/>
                </a:path>
                <a:path w="832484" h="1091564">
                  <a:moveTo>
                    <a:pt x="563613" y="158800"/>
                  </a:moveTo>
                  <a:lnTo>
                    <a:pt x="545592" y="158800"/>
                  </a:lnTo>
                  <a:lnTo>
                    <a:pt x="545592" y="266039"/>
                  </a:lnTo>
                  <a:lnTo>
                    <a:pt x="563613" y="266039"/>
                  </a:lnTo>
                  <a:lnTo>
                    <a:pt x="563613" y="158800"/>
                  </a:lnTo>
                  <a:close/>
                </a:path>
                <a:path w="832484" h="1091564">
                  <a:moveTo>
                    <a:pt x="603770" y="108051"/>
                  </a:moveTo>
                  <a:lnTo>
                    <a:pt x="586562" y="58940"/>
                  </a:lnTo>
                  <a:lnTo>
                    <a:pt x="597217" y="56476"/>
                  </a:lnTo>
                  <a:lnTo>
                    <a:pt x="601306" y="49936"/>
                  </a:lnTo>
                  <a:lnTo>
                    <a:pt x="601306" y="49110"/>
                  </a:lnTo>
                  <a:lnTo>
                    <a:pt x="601306" y="24561"/>
                  </a:lnTo>
                  <a:lnTo>
                    <a:pt x="600125" y="15557"/>
                  </a:lnTo>
                  <a:lnTo>
                    <a:pt x="599998" y="14630"/>
                  </a:lnTo>
                  <a:lnTo>
                    <a:pt x="595782" y="7162"/>
                  </a:lnTo>
                  <a:lnTo>
                    <a:pt x="588175" y="2451"/>
                  </a:lnTo>
                  <a:lnTo>
                    <a:pt x="583285" y="1752"/>
                  </a:lnTo>
                  <a:lnTo>
                    <a:pt x="583285" y="18821"/>
                  </a:lnTo>
                  <a:lnTo>
                    <a:pt x="583285" y="45834"/>
                  </a:lnTo>
                  <a:lnTo>
                    <a:pt x="580821" y="49110"/>
                  </a:lnTo>
                  <a:lnTo>
                    <a:pt x="568540" y="49110"/>
                  </a:lnTo>
                  <a:lnTo>
                    <a:pt x="568540" y="15557"/>
                  </a:lnTo>
                  <a:lnTo>
                    <a:pt x="580821" y="15557"/>
                  </a:lnTo>
                  <a:lnTo>
                    <a:pt x="583285" y="18821"/>
                  </a:lnTo>
                  <a:lnTo>
                    <a:pt x="583285" y="1752"/>
                  </a:lnTo>
                  <a:lnTo>
                    <a:pt x="576732" y="812"/>
                  </a:lnTo>
                  <a:lnTo>
                    <a:pt x="550519" y="812"/>
                  </a:lnTo>
                  <a:lnTo>
                    <a:pt x="550519" y="108051"/>
                  </a:lnTo>
                  <a:lnTo>
                    <a:pt x="568540" y="108051"/>
                  </a:lnTo>
                  <a:lnTo>
                    <a:pt x="568540" y="58940"/>
                  </a:lnTo>
                  <a:lnTo>
                    <a:pt x="584923" y="108051"/>
                  </a:lnTo>
                  <a:lnTo>
                    <a:pt x="603770" y="108051"/>
                  </a:lnTo>
                  <a:close/>
                </a:path>
                <a:path w="832484" h="1091564">
                  <a:moveTo>
                    <a:pt x="621779" y="158800"/>
                  </a:moveTo>
                  <a:lnTo>
                    <a:pt x="574268" y="158800"/>
                  </a:lnTo>
                  <a:lnTo>
                    <a:pt x="574268" y="173532"/>
                  </a:lnTo>
                  <a:lnTo>
                    <a:pt x="589013" y="173532"/>
                  </a:lnTo>
                  <a:lnTo>
                    <a:pt x="589013" y="266039"/>
                  </a:lnTo>
                  <a:lnTo>
                    <a:pt x="607034" y="266039"/>
                  </a:lnTo>
                  <a:lnTo>
                    <a:pt x="607034" y="173532"/>
                  </a:lnTo>
                  <a:lnTo>
                    <a:pt x="621779" y="173532"/>
                  </a:lnTo>
                  <a:lnTo>
                    <a:pt x="621779" y="158800"/>
                  </a:lnTo>
                  <a:close/>
                </a:path>
                <a:path w="832484" h="1091564">
                  <a:moveTo>
                    <a:pt x="627519" y="707529"/>
                  </a:moveTo>
                  <a:lnTo>
                    <a:pt x="626351" y="707529"/>
                  </a:lnTo>
                  <a:lnTo>
                    <a:pt x="626351" y="706272"/>
                  </a:lnTo>
                  <a:lnTo>
                    <a:pt x="431584" y="706272"/>
                  </a:lnTo>
                  <a:lnTo>
                    <a:pt x="431584" y="707529"/>
                  </a:lnTo>
                  <a:lnTo>
                    <a:pt x="430911" y="707529"/>
                  </a:lnTo>
                  <a:lnTo>
                    <a:pt x="430911" y="755777"/>
                  </a:lnTo>
                  <a:lnTo>
                    <a:pt x="627519" y="755777"/>
                  </a:lnTo>
                  <a:lnTo>
                    <a:pt x="627519" y="707529"/>
                  </a:lnTo>
                  <a:close/>
                </a:path>
                <a:path w="832484" h="1091564">
                  <a:moveTo>
                    <a:pt x="627519" y="625017"/>
                  </a:moveTo>
                  <a:lnTo>
                    <a:pt x="626516" y="625017"/>
                  </a:lnTo>
                  <a:lnTo>
                    <a:pt x="626516" y="623747"/>
                  </a:lnTo>
                  <a:lnTo>
                    <a:pt x="431279" y="623747"/>
                  </a:lnTo>
                  <a:lnTo>
                    <a:pt x="431279" y="625017"/>
                  </a:lnTo>
                  <a:lnTo>
                    <a:pt x="430911" y="625017"/>
                  </a:lnTo>
                  <a:lnTo>
                    <a:pt x="430911" y="673265"/>
                  </a:lnTo>
                  <a:lnTo>
                    <a:pt x="627519" y="673265"/>
                  </a:lnTo>
                  <a:lnTo>
                    <a:pt x="627519" y="625017"/>
                  </a:lnTo>
                  <a:close/>
                </a:path>
                <a:path w="832484" h="1091564">
                  <a:moveTo>
                    <a:pt x="685685" y="158800"/>
                  </a:moveTo>
                  <a:lnTo>
                    <a:pt x="668477" y="158800"/>
                  </a:lnTo>
                  <a:lnTo>
                    <a:pt x="657821" y="199732"/>
                  </a:lnTo>
                  <a:lnTo>
                    <a:pt x="647179" y="158800"/>
                  </a:lnTo>
                  <a:lnTo>
                    <a:pt x="628332" y="158800"/>
                  </a:lnTo>
                  <a:lnTo>
                    <a:pt x="648817" y="225107"/>
                  </a:lnTo>
                  <a:lnTo>
                    <a:pt x="648817" y="266039"/>
                  </a:lnTo>
                  <a:lnTo>
                    <a:pt x="666838" y="266039"/>
                  </a:lnTo>
                  <a:lnTo>
                    <a:pt x="666838" y="225107"/>
                  </a:lnTo>
                  <a:lnTo>
                    <a:pt x="674052" y="199732"/>
                  </a:lnTo>
                  <a:lnTo>
                    <a:pt x="685685" y="158800"/>
                  </a:lnTo>
                  <a:close/>
                </a:path>
                <a:path w="832484" h="1091564">
                  <a:moveTo>
                    <a:pt x="832307" y="389636"/>
                  </a:moveTo>
                  <a:lnTo>
                    <a:pt x="830668" y="388823"/>
                  </a:lnTo>
                  <a:lnTo>
                    <a:pt x="665187" y="388823"/>
                  </a:lnTo>
                  <a:lnTo>
                    <a:pt x="663549" y="389636"/>
                  </a:lnTo>
                  <a:lnTo>
                    <a:pt x="663549" y="446125"/>
                  </a:lnTo>
                  <a:lnTo>
                    <a:pt x="664375" y="447763"/>
                  </a:lnTo>
                  <a:lnTo>
                    <a:pt x="731545" y="447763"/>
                  </a:lnTo>
                  <a:lnTo>
                    <a:pt x="684860" y="494423"/>
                  </a:lnTo>
                  <a:lnTo>
                    <a:pt x="684860" y="688416"/>
                  </a:lnTo>
                  <a:lnTo>
                    <a:pt x="676744" y="738162"/>
                  </a:lnTo>
                  <a:lnTo>
                    <a:pt x="654215" y="781507"/>
                  </a:lnTo>
                  <a:lnTo>
                    <a:pt x="619912" y="815784"/>
                  </a:lnTo>
                  <a:lnTo>
                    <a:pt x="576541" y="838301"/>
                  </a:lnTo>
                  <a:lnTo>
                    <a:pt x="526745" y="846404"/>
                  </a:lnTo>
                  <a:lnTo>
                    <a:pt x="476961" y="838301"/>
                  </a:lnTo>
                  <a:lnTo>
                    <a:pt x="433578" y="815784"/>
                  </a:lnTo>
                  <a:lnTo>
                    <a:pt x="399288" y="781507"/>
                  </a:lnTo>
                  <a:lnTo>
                    <a:pt x="376745" y="738162"/>
                  </a:lnTo>
                  <a:lnTo>
                    <a:pt x="368642" y="688416"/>
                  </a:lnTo>
                  <a:lnTo>
                    <a:pt x="376669" y="638670"/>
                  </a:lnTo>
                  <a:lnTo>
                    <a:pt x="399046" y="595325"/>
                  </a:lnTo>
                  <a:lnTo>
                    <a:pt x="433222" y="561060"/>
                  </a:lnTo>
                  <a:lnTo>
                    <a:pt x="476643" y="538530"/>
                  </a:lnTo>
                  <a:lnTo>
                    <a:pt x="526745" y="530428"/>
                  </a:lnTo>
                  <a:lnTo>
                    <a:pt x="576541" y="538454"/>
                  </a:lnTo>
                  <a:lnTo>
                    <a:pt x="619912" y="560819"/>
                  </a:lnTo>
                  <a:lnTo>
                    <a:pt x="654215" y="594969"/>
                  </a:lnTo>
                  <a:lnTo>
                    <a:pt x="676744" y="638352"/>
                  </a:lnTo>
                  <a:lnTo>
                    <a:pt x="684860" y="688416"/>
                  </a:lnTo>
                  <a:lnTo>
                    <a:pt x="684860" y="494423"/>
                  </a:lnTo>
                  <a:lnTo>
                    <a:pt x="659460" y="519798"/>
                  </a:lnTo>
                  <a:lnTo>
                    <a:pt x="630199" y="500545"/>
                  </a:lnTo>
                  <a:lnTo>
                    <a:pt x="598017" y="486130"/>
                  </a:lnTo>
                  <a:lnTo>
                    <a:pt x="563384" y="477088"/>
                  </a:lnTo>
                  <a:lnTo>
                    <a:pt x="526745" y="473951"/>
                  </a:lnTo>
                  <a:lnTo>
                    <a:pt x="477710" y="479640"/>
                  </a:lnTo>
                  <a:lnTo>
                    <a:pt x="432612" y="495846"/>
                  </a:lnTo>
                  <a:lnTo>
                    <a:pt x="392747" y="521246"/>
                  </a:lnTo>
                  <a:lnTo>
                    <a:pt x="359448" y="554520"/>
                  </a:lnTo>
                  <a:lnTo>
                    <a:pt x="334035" y="594347"/>
                  </a:lnTo>
                  <a:lnTo>
                    <a:pt x="317817" y="639419"/>
                  </a:lnTo>
                  <a:lnTo>
                    <a:pt x="312115" y="688416"/>
                  </a:lnTo>
                  <a:lnTo>
                    <a:pt x="316953" y="733755"/>
                  </a:lnTo>
                  <a:lnTo>
                    <a:pt x="330796" y="775779"/>
                  </a:lnTo>
                  <a:lnTo>
                    <a:pt x="352615" y="813511"/>
                  </a:lnTo>
                  <a:lnTo>
                    <a:pt x="381355" y="845908"/>
                  </a:lnTo>
                  <a:lnTo>
                    <a:pt x="416013" y="872007"/>
                  </a:lnTo>
                  <a:lnTo>
                    <a:pt x="455536" y="890790"/>
                  </a:lnTo>
                  <a:lnTo>
                    <a:pt x="498894" y="901242"/>
                  </a:lnTo>
                  <a:lnTo>
                    <a:pt x="498894" y="964272"/>
                  </a:lnTo>
                  <a:lnTo>
                    <a:pt x="433362" y="964272"/>
                  </a:lnTo>
                  <a:lnTo>
                    <a:pt x="431723" y="965085"/>
                  </a:lnTo>
                  <a:lnTo>
                    <a:pt x="431723" y="1025664"/>
                  </a:lnTo>
                  <a:lnTo>
                    <a:pt x="432536" y="1027303"/>
                  </a:lnTo>
                  <a:lnTo>
                    <a:pt x="498894" y="1027303"/>
                  </a:lnTo>
                  <a:lnTo>
                    <a:pt x="498894" y="1089507"/>
                  </a:lnTo>
                  <a:lnTo>
                    <a:pt x="499719" y="1091145"/>
                  </a:lnTo>
                  <a:lnTo>
                    <a:pt x="560336" y="1091145"/>
                  </a:lnTo>
                  <a:lnTo>
                    <a:pt x="561975" y="1090333"/>
                  </a:lnTo>
                  <a:lnTo>
                    <a:pt x="561975" y="1027303"/>
                  </a:lnTo>
                  <a:lnTo>
                    <a:pt x="627507" y="1027303"/>
                  </a:lnTo>
                  <a:lnTo>
                    <a:pt x="629145" y="1026477"/>
                  </a:lnTo>
                  <a:lnTo>
                    <a:pt x="629145" y="965911"/>
                  </a:lnTo>
                  <a:lnTo>
                    <a:pt x="628332" y="964272"/>
                  </a:lnTo>
                  <a:lnTo>
                    <a:pt x="561975" y="964272"/>
                  </a:lnTo>
                  <a:lnTo>
                    <a:pt x="561975" y="900430"/>
                  </a:lnTo>
                  <a:lnTo>
                    <a:pt x="610539" y="886485"/>
                  </a:lnTo>
                  <a:lnTo>
                    <a:pt x="653630" y="862037"/>
                  </a:lnTo>
                  <a:lnTo>
                    <a:pt x="689775" y="828598"/>
                  </a:lnTo>
                  <a:lnTo>
                    <a:pt x="717435" y="787641"/>
                  </a:lnTo>
                  <a:lnTo>
                    <a:pt x="735139" y="740689"/>
                  </a:lnTo>
                  <a:lnTo>
                    <a:pt x="741375" y="689229"/>
                  </a:lnTo>
                  <a:lnTo>
                    <a:pt x="738695" y="655535"/>
                  </a:lnTo>
                  <a:lnTo>
                    <a:pt x="730935" y="623443"/>
                  </a:lnTo>
                  <a:lnTo>
                    <a:pt x="718566" y="593344"/>
                  </a:lnTo>
                  <a:lnTo>
                    <a:pt x="702056" y="565632"/>
                  </a:lnTo>
                  <a:lnTo>
                    <a:pt x="737285" y="530428"/>
                  </a:lnTo>
                  <a:lnTo>
                    <a:pt x="747928" y="519798"/>
                  </a:lnTo>
                  <a:lnTo>
                    <a:pt x="773328" y="494411"/>
                  </a:lnTo>
                  <a:lnTo>
                    <a:pt x="773328" y="555802"/>
                  </a:lnTo>
                  <a:lnTo>
                    <a:pt x="774153" y="557441"/>
                  </a:lnTo>
                  <a:lnTo>
                    <a:pt x="830668" y="557441"/>
                  </a:lnTo>
                  <a:lnTo>
                    <a:pt x="832307" y="556628"/>
                  </a:lnTo>
                  <a:lnTo>
                    <a:pt x="832307" y="494411"/>
                  </a:lnTo>
                  <a:lnTo>
                    <a:pt x="832307" y="3896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10780693" y="3166479"/>
            <a:ext cx="1318009" cy="1317374"/>
            <a:chOff x="13035649" y="2728514"/>
            <a:chExt cx="1318260" cy="1317625"/>
          </a:xfrm>
        </p:grpSpPr>
        <p:sp>
          <p:nvSpPr>
            <p:cNvPr id="77" name="object 77"/>
            <p:cNvSpPr/>
            <p:nvPr/>
          </p:nvSpPr>
          <p:spPr>
            <a:xfrm>
              <a:off x="13035649" y="2728514"/>
              <a:ext cx="1318260" cy="1317625"/>
            </a:xfrm>
            <a:custGeom>
              <a:avLst/>
              <a:gdLst/>
              <a:ahLst/>
              <a:cxnLst/>
              <a:rect l="l" t="t" r="r" b="b"/>
              <a:pathLst>
                <a:path w="1318259" h="1317625">
                  <a:moveTo>
                    <a:pt x="1318100" y="1317069"/>
                  </a:moveTo>
                  <a:lnTo>
                    <a:pt x="0" y="1317069"/>
                  </a:lnTo>
                  <a:lnTo>
                    <a:pt x="0" y="0"/>
                  </a:lnTo>
                  <a:lnTo>
                    <a:pt x="1318100" y="0"/>
                  </a:lnTo>
                  <a:lnTo>
                    <a:pt x="1318100" y="1317069"/>
                  </a:lnTo>
                  <a:close/>
                </a:path>
              </a:pathLst>
            </a:custGeom>
            <a:solidFill>
              <a:srgbClr val="DDA639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3166713" y="2836576"/>
              <a:ext cx="882015" cy="1040765"/>
            </a:xfrm>
            <a:custGeom>
              <a:avLst/>
              <a:gdLst/>
              <a:ahLst/>
              <a:cxnLst/>
              <a:rect l="l" t="t" r="r" b="b"/>
              <a:pathLst>
                <a:path w="882015" h="1040764">
                  <a:moveTo>
                    <a:pt x="117970" y="55651"/>
                  </a:moveTo>
                  <a:lnTo>
                    <a:pt x="114515" y="31076"/>
                  </a:lnTo>
                  <a:lnTo>
                    <a:pt x="103936" y="13703"/>
                  </a:lnTo>
                  <a:lnTo>
                    <a:pt x="85826" y="3390"/>
                  </a:lnTo>
                  <a:lnTo>
                    <a:pt x="59804" y="0"/>
                  </a:lnTo>
                  <a:lnTo>
                    <a:pt x="33997" y="3784"/>
                  </a:lnTo>
                  <a:lnTo>
                    <a:pt x="15570" y="14935"/>
                  </a:lnTo>
                  <a:lnTo>
                    <a:pt x="4508" y="33147"/>
                  </a:lnTo>
                  <a:lnTo>
                    <a:pt x="825" y="58115"/>
                  </a:lnTo>
                  <a:lnTo>
                    <a:pt x="825" y="90030"/>
                  </a:lnTo>
                  <a:lnTo>
                    <a:pt x="41783" y="90030"/>
                  </a:lnTo>
                  <a:lnTo>
                    <a:pt x="41783" y="56476"/>
                  </a:lnTo>
                  <a:lnTo>
                    <a:pt x="43205" y="46367"/>
                  </a:lnTo>
                  <a:lnTo>
                    <a:pt x="47002" y="40106"/>
                  </a:lnTo>
                  <a:lnTo>
                    <a:pt x="52489" y="36906"/>
                  </a:lnTo>
                  <a:lnTo>
                    <a:pt x="58978" y="36004"/>
                  </a:lnTo>
                  <a:lnTo>
                    <a:pt x="65341" y="36779"/>
                  </a:lnTo>
                  <a:lnTo>
                    <a:pt x="70548" y="39700"/>
                  </a:lnTo>
                  <a:lnTo>
                    <a:pt x="74079" y="45681"/>
                  </a:lnTo>
                  <a:lnTo>
                    <a:pt x="75361" y="55651"/>
                  </a:lnTo>
                  <a:lnTo>
                    <a:pt x="75361" y="77762"/>
                  </a:lnTo>
                  <a:lnTo>
                    <a:pt x="58978" y="123596"/>
                  </a:lnTo>
                  <a:lnTo>
                    <a:pt x="33591" y="150609"/>
                  </a:lnTo>
                  <a:lnTo>
                    <a:pt x="17970" y="168846"/>
                  </a:lnTo>
                  <a:lnTo>
                    <a:pt x="7581" y="185394"/>
                  </a:lnTo>
                  <a:lnTo>
                    <a:pt x="1790" y="201942"/>
                  </a:lnTo>
                  <a:lnTo>
                    <a:pt x="0" y="220192"/>
                  </a:lnTo>
                  <a:lnTo>
                    <a:pt x="0" y="269303"/>
                  </a:lnTo>
                  <a:lnTo>
                    <a:pt x="116332" y="269303"/>
                  </a:lnTo>
                  <a:lnTo>
                    <a:pt x="115506" y="231648"/>
                  </a:lnTo>
                  <a:lnTo>
                    <a:pt x="42595" y="231648"/>
                  </a:lnTo>
                  <a:lnTo>
                    <a:pt x="42595" y="219367"/>
                  </a:lnTo>
                  <a:lnTo>
                    <a:pt x="61442" y="178435"/>
                  </a:lnTo>
                  <a:lnTo>
                    <a:pt x="90106" y="148158"/>
                  </a:lnTo>
                  <a:lnTo>
                    <a:pt x="104140" y="131102"/>
                  </a:lnTo>
                  <a:lnTo>
                    <a:pt x="112636" y="115519"/>
                  </a:lnTo>
                  <a:lnTo>
                    <a:pt x="116840" y="99466"/>
                  </a:lnTo>
                  <a:lnTo>
                    <a:pt x="117970" y="81026"/>
                  </a:lnTo>
                  <a:lnTo>
                    <a:pt x="117970" y="55651"/>
                  </a:lnTo>
                  <a:close/>
                </a:path>
                <a:path w="882015" h="1040764">
                  <a:moveTo>
                    <a:pt x="444842" y="684809"/>
                  </a:moveTo>
                  <a:lnTo>
                    <a:pt x="442277" y="657402"/>
                  </a:lnTo>
                  <a:lnTo>
                    <a:pt x="430949" y="628307"/>
                  </a:lnTo>
                  <a:lnTo>
                    <a:pt x="408787" y="598360"/>
                  </a:lnTo>
                  <a:lnTo>
                    <a:pt x="386803" y="553072"/>
                  </a:lnTo>
                  <a:lnTo>
                    <a:pt x="389636" y="509244"/>
                  </a:lnTo>
                  <a:lnTo>
                    <a:pt x="402450" y="475996"/>
                  </a:lnTo>
                  <a:lnTo>
                    <a:pt x="410425" y="462483"/>
                  </a:lnTo>
                  <a:lnTo>
                    <a:pt x="413537" y="455409"/>
                  </a:lnTo>
                  <a:lnTo>
                    <a:pt x="413194" y="448259"/>
                  </a:lnTo>
                  <a:lnTo>
                    <a:pt x="409613" y="441871"/>
                  </a:lnTo>
                  <a:lnTo>
                    <a:pt x="403047" y="437108"/>
                  </a:lnTo>
                  <a:lnTo>
                    <a:pt x="395084" y="434314"/>
                  </a:lnTo>
                  <a:lnTo>
                    <a:pt x="386664" y="434441"/>
                  </a:lnTo>
                  <a:lnTo>
                    <a:pt x="345605" y="504431"/>
                  </a:lnTo>
                  <a:lnTo>
                    <a:pt x="343598" y="561174"/>
                  </a:lnTo>
                  <a:lnTo>
                    <a:pt x="374383" y="621284"/>
                  </a:lnTo>
                  <a:lnTo>
                    <a:pt x="392671" y="647293"/>
                  </a:lnTo>
                  <a:lnTo>
                    <a:pt x="400291" y="671004"/>
                  </a:lnTo>
                  <a:lnTo>
                    <a:pt x="400075" y="691959"/>
                  </a:lnTo>
                  <a:lnTo>
                    <a:pt x="394855" y="709688"/>
                  </a:lnTo>
                  <a:lnTo>
                    <a:pt x="440740" y="709688"/>
                  </a:lnTo>
                  <a:lnTo>
                    <a:pt x="444842" y="684809"/>
                  </a:lnTo>
                  <a:close/>
                </a:path>
                <a:path w="882015" h="1040764">
                  <a:moveTo>
                    <a:pt x="583285" y="684809"/>
                  </a:moveTo>
                  <a:lnTo>
                    <a:pt x="580720" y="657402"/>
                  </a:lnTo>
                  <a:lnTo>
                    <a:pt x="569391" y="628307"/>
                  </a:lnTo>
                  <a:lnTo>
                    <a:pt x="547230" y="598360"/>
                  </a:lnTo>
                  <a:lnTo>
                    <a:pt x="525259" y="553072"/>
                  </a:lnTo>
                  <a:lnTo>
                    <a:pt x="528078" y="509244"/>
                  </a:lnTo>
                  <a:lnTo>
                    <a:pt x="540893" y="475996"/>
                  </a:lnTo>
                  <a:lnTo>
                    <a:pt x="548868" y="462483"/>
                  </a:lnTo>
                  <a:lnTo>
                    <a:pt x="551980" y="455409"/>
                  </a:lnTo>
                  <a:lnTo>
                    <a:pt x="551637" y="448259"/>
                  </a:lnTo>
                  <a:lnTo>
                    <a:pt x="548068" y="441871"/>
                  </a:lnTo>
                  <a:lnTo>
                    <a:pt x="541502" y="437108"/>
                  </a:lnTo>
                  <a:lnTo>
                    <a:pt x="533184" y="434784"/>
                  </a:lnTo>
                  <a:lnTo>
                    <a:pt x="524802" y="435165"/>
                  </a:lnTo>
                  <a:lnTo>
                    <a:pt x="484047" y="505256"/>
                  </a:lnTo>
                  <a:lnTo>
                    <a:pt x="482041" y="561987"/>
                  </a:lnTo>
                  <a:lnTo>
                    <a:pt x="512826" y="622096"/>
                  </a:lnTo>
                  <a:lnTo>
                    <a:pt x="531114" y="647649"/>
                  </a:lnTo>
                  <a:lnTo>
                    <a:pt x="538734" y="671118"/>
                  </a:lnTo>
                  <a:lnTo>
                    <a:pt x="538518" y="691972"/>
                  </a:lnTo>
                  <a:lnTo>
                    <a:pt x="533311" y="709688"/>
                  </a:lnTo>
                  <a:lnTo>
                    <a:pt x="579183" y="709688"/>
                  </a:lnTo>
                  <a:lnTo>
                    <a:pt x="583285" y="684809"/>
                  </a:lnTo>
                  <a:close/>
                </a:path>
                <a:path w="882015" h="1040764">
                  <a:moveTo>
                    <a:pt x="720915" y="684809"/>
                  </a:moveTo>
                  <a:lnTo>
                    <a:pt x="718337" y="657402"/>
                  </a:lnTo>
                  <a:lnTo>
                    <a:pt x="707009" y="628307"/>
                  </a:lnTo>
                  <a:lnTo>
                    <a:pt x="684860" y="598360"/>
                  </a:lnTo>
                  <a:lnTo>
                    <a:pt x="662876" y="553072"/>
                  </a:lnTo>
                  <a:lnTo>
                    <a:pt x="665708" y="509244"/>
                  </a:lnTo>
                  <a:lnTo>
                    <a:pt x="678522" y="475996"/>
                  </a:lnTo>
                  <a:lnTo>
                    <a:pt x="686498" y="462483"/>
                  </a:lnTo>
                  <a:lnTo>
                    <a:pt x="689610" y="455409"/>
                  </a:lnTo>
                  <a:lnTo>
                    <a:pt x="689267" y="448259"/>
                  </a:lnTo>
                  <a:lnTo>
                    <a:pt x="685685" y="441871"/>
                  </a:lnTo>
                  <a:lnTo>
                    <a:pt x="679119" y="437108"/>
                  </a:lnTo>
                  <a:lnTo>
                    <a:pt x="670814" y="434314"/>
                  </a:lnTo>
                  <a:lnTo>
                    <a:pt x="662432" y="434441"/>
                  </a:lnTo>
                  <a:lnTo>
                    <a:pt x="621982" y="504431"/>
                  </a:lnTo>
                  <a:lnTo>
                    <a:pt x="619785" y="561174"/>
                  </a:lnTo>
                  <a:lnTo>
                    <a:pt x="650455" y="621284"/>
                  </a:lnTo>
                  <a:lnTo>
                    <a:pt x="668743" y="647293"/>
                  </a:lnTo>
                  <a:lnTo>
                    <a:pt x="676363" y="671004"/>
                  </a:lnTo>
                  <a:lnTo>
                    <a:pt x="676135" y="691959"/>
                  </a:lnTo>
                  <a:lnTo>
                    <a:pt x="670928" y="709688"/>
                  </a:lnTo>
                  <a:lnTo>
                    <a:pt x="716813" y="709688"/>
                  </a:lnTo>
                  <a:lnTo>
                    <a:pt x="720915" y="684809"/>
                  </a:lnTo>
                  <a:close/>
                </a:path>
                <a:path w="882015" h="1040764">
                  <a:moveTo>
                    <a:pt x="881468" y="743254"/>
                  </a:moveTo>
                  <a:lnTo>
                    <a:pt x="877366" y="739152"/>
                  </a:lnTo>
                  <a:lnTo>
                    <a:pt x="174498" y="739152"/>
                  </a:lnTo>
                  <a:lnTo>
                    <a:pt x="170395" y="743254"/>
                  </a:lnTo>
                  <a:lnTo>
                    <a:pt x="170395" y="748157"/>
                  </a:lnTo>
                  <a:lnTo>
                    <a:pt x="183349" y="796607"/>
                  </a:lnTo>
                  <a:lnTo>
                    <a:pt x="201612" y="838492"/>
                  </a:lnTo>
                  <a:lnTo>
                    <a:pt x="225552" y="877455"/>
                  </a:lnTo>
                  <a:lnTo>
                    <a:pt x="254673" y="913003"/>
                  </a:lnTo>
                  <a:lnTo>
                    <a:pt x="288518" y="944676"/>
                  </a:lnTo>
                  <a:lnTo>
                    <a:pt x="326618" y="971994"/>
                  </a:lnTo>
                  <a:lnTo>
                    <a:pt x="368503" y="994511"/>
                  </a:lnTo>
                  <a:lnTo>
                    <a:pt x="413702" y="1011732"/>
                  </a:lnTo>
                  <a:lnTo>
                    <a:pt x="413702" y="1037107"/>
                  </a:lnTo>
                  <a:lnTo>
                    <a:pt x="417791" y="1040384"/>
                  </a:lnTo>
                  <a:lnTo>
                    <a:pt x="643902" y="1040384"/>
                  </a:lnTo>
                  <a:lnTo>
                    <a:pt x="647179" y="1036294"/>
                  </a:lnTo>
                  <a:lnTo>
                    <a:pt x="647179" y="1010094"/>
                  </a:lnTo>
                  <a:lnTo>
                    <a:pt x="691451" y="992365"/>
                  </a:lnTo>
                  <a:lnTo>
                    <a:pt x="732396" y="969543"/>
                  </a:lnTo>
                  <a:lnTo>
                    <a:pt x="769543" y="942060"/>
                  </a:lnTo>
                  <a:lnTo>
                    <a:pt x="802411" y="910336"/>
                  </a:lnTo>
                  <a:lnTo>
                    <a:pt x="830516" y="874826"/>
                  </a:lnTo>
                  <a:lnTo>
                    <a:pt x="853389" y="835939"/>
                  </a:lnTo>
                  <a:lnTo>
                    <a:pt x="870521" y="794118"/>
                  </a:lnTo>
                  <a:lnTo>
                    <a:pt x="881468" y="749795"/>
                  </a:lnTo>
                  <a:lnTo>
                    <a:pt x="881468" y="743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11666" y="2838198"/>
              <a:ext cx="230196" cy="10968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3412489" y="2996180"/>
              <a:ext cx="367030" cy="109855"/>
            </a:xfrm>
            <a:custGeom>
              <a:avLst/>
              <a:gdLst/>
              <a:ahLst/>
              <a:cxnLst/>
              <a:rect l="l" t="t" r="r" b="b"/>
              <a:pathLst>
                <a:path w="367030" h="109855">
                  <a:moveTo>
                    <a:pt x="18022" y="108050"/>
                  </a:moveTo>
                  <a:lnTo>
                    <a:pt x="0" y="108050"/>
                  </a:lnTo>
                  <a:lnTo>
                    <a:pt x="0" y="818"/>
                  </a:lnTo>
                  <a:lnTo>
                    <a:pt x="18022" y="818"/>
                  </a:lnTo>
                  <a:lnTo>
                    <a:pt x="18022" y="46658"/>
                  </a:lnTo>
                  <a:lnTo>
                    <a:pt x="53248" y="46658"/>
                  </a:lnTo>
                  <a:lnTo>
                    <a:pt x="53248" y="60573"/>
                  </a:lnTo>
                  <a:lnTo>
                    <a:pt x="18022" y="60573"/>
                  </a:lnTo>
                  <a:lnTo>
                    <a:pt x="18022" y="108050"/>
                  </a:lnTo>
                  <a:close/>
                </a:path>
                <a:path w="367030" h="109855">
                  <a:moveTo>
                    <a:pt x="53248" y="46658"/>
                  </a:moveTo>
                  <a:lnTo>
                    <a:pt x="35225" y="46658"/>
                  </a:lnTo>
                  <a:lnTo>
                    <a:pt x="35225" y="818"/>
                  </a:lnTo>
                  <a:lnTo>
                    <a:pt x="53248" y="818"/>
                  </a:lnTo>
                  <a:lnTo>
                    <a:pt x="53248" y="46658"/>
                  </a:lnTo>
                  <a:close/>
                </a:path>
                <a:path w="367030" h="109855">
                  <a:moveTo>
                    <a:pt x="53248" y="108050"/>
                  </a:moveTo>
                  <a:lnTo>
                    <a:pt x="35225" y="108050"/>
                  </a:lnTo>
                  <a:lnTo>
                    <a:pt x="35225" y="60573"/>
                  </a:lnTo>
                  <a:lnTo>
                    <a:pt x="53248" y="60573"/>
                  </a:lnTo>
                  <a:lnTo>
                    <a:pt x="53248" y="108050"/>
                  </a:lnTo>
                  <a:close/>
                </a:path>
                <a:path w="367030" h="109855">
                  <a:moveTo>
                    <a:pt x="92570" y="109687"/>
                  </a:moveTo>
                  <a:lnTo>
                    <a:pt x="80397" y="107756"/>
                  </a:lnTo>
                  <a:lnTo>
                    <a:pt x="71987" y="102218"/>
                  </a:lnTo>
                  <a:lnTo>
                    <a:pt x="67110" y="93456"/>
                  </a:lnTo>
                  <a:lnTo>
                    <a:pt x="65536" y="81856"/>
                  </a:lnTo>
                  <a:lnTo>
                    <a:pt x="65536" y="818"/>
                  </a:lnTo>
                  <a:lnTo>
                    <a:pt x="83558" y="818"/>
                  </a:lnTo>
                  <a:lnTo>
                    <a:pt x="83558" y="90860"/>
                  </a:lnTo>
                  <a:lnTo>
                    <a:pt x="86016" y="94953"/>
                  </a:lnTo>
                  <a:lnTo>
                    <a:pt x="115588" y="94953"/>
                  </a:lnTo>
                  <a:lnTo>
                    <a:pt x="112026" y="101911"/>
                  </a:lnTo>
                  <a:lnTo>
                    <a:pt x="104141" y="107641"/>
                  </a:lnTo>
                  <a:lnTo>
                    <a:pt x="92570" y="109687"/>
                  </a:lnTo>
                  <a:close/>
                </a:path>
                <a:path w="367030" h="109855">
                  <a:moveTo>
                    <a:pt x="115588" y="94953"/>
                  </a:moveTo>
                  <a:lnTo>
                    <a:pt x="99123" y="94953"/>
                  </a:lnTo>
                  <a:lnTo>
                    <a:pt x="101581" y="90860"/>
                  </a:lnTo>
                  <a:lnTo>
                    <a:pt x="101581" y="818"/>
                  </a:lnTo>
                  <a:lnTo>
                    <a:pt x="117965" y="818"/>
                  </a:lnTo>
                  <a:lnTo>
                    <a:pt x="117965" y="81856"/>
                  </a:lnTo>
                  <a:lnTo>
                    <a:pt x="116531" y="93111"/>
                  </a:lnTo>
                  <a:lnTo>
                    <a:pt x="115588" y="94953"/>
                  </a:lnTo>
                  <a:close/>
                </a:path>
                <a:path w="367030" h="109855">
                  <a:moveTo>
                    <a:pt x="144999" y="108869"/>
                  </a:moveTo>
                  <a:lnTo>
                    <a:pt x="130253" y="108869"/>
                  </a:lnTo>
                  <a:lnTo>
                    <a:pt x="130253" y="1637"/>
                  </a:lnTo>
                  <a:lnTo>
                    <a:pt x="148275" y="1637"/>
                  </a:lnTo>
                  <a:lnTo>
                    <a:pt x="160858" y="40928"/>
                  </a:lnTo>
                  <a:lnTo>
                    <a:pt x="144999" y="40928"/>
                  </a:lnTo>
                  <a:lnTo>
                    <a:pt x="144999" y="108869"/>
                  </a:lnTo>
                  <a:close/>
                </a:path>
                <a:path w="367030" h="109855">
                  <a:moveTo>
                    <a:pt x="182682" y="63029"/>
                  </a:moveTo>
                  <a:lnTo>
                    <a:pt x="167936" y="63029"/>
                  </a:lnTo>
                  <a:lnTo>
                    <a:pt x="167936" y="1637"/>
                  </a:lnTo>
                  <a:lnTo>
                    <a:pt x="182682" y="1637"/>
                  </a:lnTo>
                  <a:lnTo>
                    <a:pt x="182682" y="63029"/>
                  </a:lnTo>
                  <a:close/>
                </a:path>
                <a:path w="367030" h="109855">
                  <a:moveTo>
                    <a:pt x="182682" y="108869"/>
                  </a:moveTo>
                  <a:lnTo>
                    <a:pt x="167117" y="108869"/>
                  </a:lnTo>
                  <a:lnTo>
                    <a:pt x="144999" y="40928"/>
                  </a:lnTo>
                  <a:lnTo>
                    <a:pt x="160858" y="40928"/>
                  </a:lnTo>
                  <a:lnTo>
                    <a:pt x="167936" y="63029"/>
                  </a:lnTo>
                  <a:lnTo>
                    <a:pt x="182682" y="63029"/>
                  </a:lnTo>
                  <a:lnTo>
                    <a:pt x="182682" y="108869"/>
                  </a:lnTo>
                  <a:close/>
                </a:path>
                <a:path w="367030" h="109855">
                  <a:moveTo>
                    <a:pt x="226919" y="109687"/>
                  </a:moveTo>
                  <a:lnTo>
                    <a:pt x="217089" y="109687"/>
                  </a:lnTo>
                  <a:lnTo>
                    <a:pt x="206938" y="107513"/>
                  </a:lnTo>
                  <a:lnTo>
                    <a:pt x="199783" y="101501"/>
                  </a:lnTo>
                  <a:lnTo>
                    <a:pt x="195546" y="92420"/>
                  </a:lnTo>
                  <a:lnTo>
                    <a:pt x="194151" y="81037"/>
                  </a:lnTo>
                  <a:lnTo>
                    <a:pt x="194151" y="28649"/>
                  </a:lnTo>
                  <a:lnTo>
                    <a:pt x="195725" y="16921"/>
                  </a:lnTo>
                  <a:lnTo>
                    <a:pt x="200602" y="7878"/>
                  </a:lnTo>
                  <a:lnTo>
                    <a:pt x="209012" y="2059"/>
                  </a:lnTo>
                  <a:lnTo>
                    <a:pt x="221185" y="0"/>
                  </a:lnTo>
                  <a:lnTo>
                    <a:pt x="233575" y="2033"/>
                  </a:lnTo>
                  <a:lnTo>
                    <a:pt x="241665" y="7674"/>
                  </a:lnTo>
                  <a:lnTo>
                    <a:pt x="245719" y="15552"/>
                  </a:lnTo>
                  <a:lnTo>
                    <a:pt x="215450" y="15552"/>
                  </a:lnTo>
                  <a:lnTo>
                    <a:pt x="212993" y="20464"/>
                  </a:lnTo>
                  <a:lnTo>
                    <a:pt x="212993" y="91679"/>
                  </a:lnTo>
                  <a:lnTo>
                    <a:pt x="215450" y="96590"/>
                  </a:lnTo>
                  <a:lnTo>
                    <a:pt x="234292" y="96590"/>
                  </a:lnTo>
                  <a:lnTo>
                    <a:pt x="231834" y="104776"/>
                  </a:lnTo>
                  <a:lnTo>
                    <a:pt x="226919" y="109687"/>
                  </a:lnTo>
                  <a:close/>
                </a:path>
                <a:path w="367030" h="109855">
                  <a:moveTo>
                    <a:pt x="247399" y="36835"/>
                  </a:moveTo>
                  <a:lnTo>
                    <a:pt x="231015" y="36835"/>
                  </a:lnTo>
                  <a:lnTo>
                    <a:pt x="231015" y="19645"/>
                  </a:lnTo>
                  <a:lnTo>
                    <a:pt x="228558" y="15552"/>
                  </a:lnTo>
                  <a:lnTo>
                    <a:pt x="245719" y="15552"/>
                  </a:lnTo>
                  <a:lnTo>
                    <a:pt x="246068" y="16230"/>
                  </a:lnTo>
                  <a:lnTo>
                    <a:pt x="247399" y="27012"/>
                  </a:lnTo>
                  <a:lnTo>
                    <a:pt x="247399" y="36835"/>
                  </a:lnTo>
                  <a:close/>
                </a:path>
                <a:path w="367030" h="109855">
                  <a:moveTo>
                    <a:pt x="247399" y="108050"/>
                  </a:moveTo>
                  <a:lnTo>
                    <a:pt x="234292" y="108050"/>
                  </a:lnTo>
                  <a:lnTo>
                    <a:pt x="234292" y="96590"/>
                  </a:lnTo>
                  <a:lnTo>
                    <a:pt x="227738" y="96590"/>
                  </a:lnTo>
                  <a:lnTo>
                    <a:pt x="231015" y="93316"/>
                  </a:lnTo>
                  <a:lnTo>
                    <a:pt x="231015" y="67122"/>
                  </a:lnTo>
                  <a:lnTo>
                    <a:pt x="222823" y="67122"/>
                  </a:lnTo>
                  <a:lnTo>
                    <a:pt x="222823" y="50750"/>
                  </a:lnTo>
                  <a:lnTo>
                    <a:pt x="247399" y="50750"/>
                  </a:lnTo>
                  <a:lnTo>
                    <a:pt x="247399" y="108050"/>
                  </a:lnTo>
                  <a:close/>
                </a:path>
                <a:path w="367030" h="109855">
                  <a:moveTo>
                    <a:pt x="303105" y="108869"/>
                  </a:moveTo>
                  <a:lnTo>
                    <a:pt x="259687" y="108869"/>
                  </a:lnTo>
                  <a:lnTo>
                    <a:pt x="259687" y="818"/>
                  </a:lnTo>
                  <a:lnTo>
                    <a:pt x="303105" y="818"/>
                  </a:lnTo>
                  <a:lnTo>
                    <a:pt x="303105" y="15552"/>
                  </a:lnTo>
                  <a:lnTo>
                    <a:pt x="277710" y="15552"/>
                  </a:lnTo>
                  <a:lnTo>
                    <a:pt x="277710" y="46658"/>
                  </a:lnTo>
                  <a:lnTo>
                    <a:pt x="295732" y="46658"/>
                  </a:lnTo>
                  <a:lnTo>
                    <a:pt x="295732" y="61392"/>
                  </a:lnTo>
                  <a:lnTo>
                    <a:pt x="277710" y="61392"/>
                  </a:lnTo>
                  <a:lnTo>
                    <a:pt x="277710" y="94134"/>
                  </a:lnTo>
                  <a:lnTo>
                    <a:pt x="303105" y="94134"/>
                  </a:lnTo>
                  <a:lnTo>
                    <a:pt x="303105" y="108869"/>
                  </a:lnTo>
                  <a:close/>
                </a:path>
                <a:path w="367030" h="109855">
                  <a:moveTo>
                    <a:pt x="331777" y="108050"/>
                  </a:moveTo>
                  <a:lnTo>
                    <a:pt x="313755" y="108050"/>
                  </a:lnTo>
                  <a:lnTo>
                    <a:pt x="313755" y="818"/>
                  </a:lnTo>
                  <a:lnTo>
                    <a:pt x="359016" y="7162"/>
                  </a:lnTo>
                  <a:lnTo>
                    <a:pt x="363361" y="15552"/>
                  </a:lnTo>
                  <a:lnTo>
                    <a:pt x="331777" y="15552"/>
                  </a:lnTo>
                  <a:lnTo>
                    <a:pt x="331777" y="49113"/>
                  </a:lnTo>
                  <a:lnTo>
                    <a:pt x="364545" y="49113"/>
                  </a:lnTo>
                  <a:lnTo>
                    <a:pt x="364545" y="49932"/>
                  </a:lnTo>
                  <a:lnTo>
                    <a:pt x="360449" y="56480"/>
                  </a:lnTo>
                  <a:lnTo>
                    <a:pt x="349800" y="58936"/>
                  </a:lnTo>
                  <a:lnTo>
                    <a:pt x="331777" y="58936"/>
                  </a:lnTo>
                  <a:lnTo>
                    <a:pt x="331777" y="108050"/>
                  </a:lnTo>
                  <a:close/>
                </a:path>
                <a:path w="367030" h="109855">
                  <a:moveTo>
                    <a:pt x="364545" y="49113"/>
                  </a:moveTo>
                  <a:lnTo>
                    <a:pt x="344065" y="49113"/>
                  </a:lnTo>
                  <a:lnTo>
                    <a:pt x="346523" y="45839"/>
                  </a:lnTo>
                  <a:lnTo>
                    <a:pt x="346523" y="18826"/>
                  </a:lnTo>
                  <a:lnTo>
                    <a:pt x="344065" y="15552"/>
                  </a:lnTo>
                  <a:lnTo>
                    <a:pt x="363361" y="15552"/>
                  </a:lnTo>
                  <a:lnTo>
                    <a:pt x="364545" y="24556"/>
                  </a:lnTo>
                  <a:lnTo>
                    <a:pt x="364545" y="49113"/>
                  </a:lnTo>
                  <a:close/>
                </a:path>
                <a:path w="367030" h="109855">
                  <a:moveTo>
                    <a:pt x="367003" y="108050"/>
                  </a:moveTo>
                  <a:lnTo>
                    <a:pt x="348161" y="108050"/>
                  </a:lnTo>
                  <a:lnTo>
                    <a:pt x="331777" y="58936"/>
                  </a:lnTo>
                  <a:lnTo>
                    <a:pt x="349800" y="58936"/>
                  </a:lnTo>
                  <a:lnTo>
                    <a:pt x="367003" y="108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15078381" y="4608678"/>
            <a:ext cx="1318009" cy="1317374"/>
            <a:chOff x="17334155" y="4170988"/>
            <a:chExt cx="1318260" cy="1317625"/>
          </a:xfrm>
        </p:grpSpPr>
        <p:sp>
          <p:nvSpPr>
            <p:cNvPr id="82" name="object 82"/>
            <p:cNvSpPr/>
            <p:nvPr/>
          </p:nvSpPr>
          <p:spPr>
            <a:xfrm>
              <a:off x="17334155" y="4170988"/>
              <a:ext cx="1318260" cy="1317625"/>
            </a:xfrm>
            <a:custGeom>
              <a:avLst/>
              <a:gdLst/>
              <a:ahLst/>
              <a:cxnLst/>
              <a:rect l="l" t="t" r="r" b="b"/>
              <a:pathLst>
                <a:path w="1318259" h="1317625">
                  <a:moveTo>
                    <a:pt x="1318100" y="1317069"/>
                  </a:moveTo>
                  <a:lnTo>
                    <a:pt x="0" y="1317069"/>
                  </a:lnTo>
                  <a:lnTo>
                    <a:pt x="0" y="0"/>
                  </a:lnTo>
                  <a:lnTo>
                    <a:pt x="1318100" y="0"/>
                  </a:lnTo>
                  <a:lnTo>
                    <a:pt x="1318100" y="1317069"/>
                  </a:lnTo>
                  <a:close/>
                </a:path>
              </a:pathLst>
            </a:custGeom>
            <a:solidFill>
              <a:srgbClr val="DD1367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7429175" y="4278217"/>
              <a:ext cx="924560" cy="1083945"/>
            </a:xfrm>
            <a:custGeom>
              <a:avLst/>
              <a:gdLst/>
              <a:ahLst/>
              <a:cxnLst/>
              <a:rect l="l" t="t" r="r" b="b"/>
              <a:pathLst>
                <a:path w="924559" h="1083945">
                  <a:moveTo>
                    <a:pt x="77012" y="3276"/>
                  </a:moveTo>
                  <a:lnTo>
                    <a:pt x="41783" y="3276"/>
                  </a:lnTo>
                  <a:lnTo>
                    <a:pt x="0" y="50749"/>
                  </a:lnTo>
                  <a:lnTo>
                    <a:pt x="0" y="97409"/>
                  </a:lnTo>
                  <a:lnTo>
                    <a:pt x="825" y="97409"/>
                  </a:lnTo>
                  <a:lnTo>
                    <a:pt x="32778" y="65493"/>
                  </a:lnTo>
                  <a:lnTo>
                    <a:pt x="32778" y="268490"/>
                  </a:lnTo>
                  <a:lnTo>
                    <a:pt x="77012" y="268490"/>
                  </a:lnTo>
                  <a:lnTo>
                    <a:pt x="77012" y="65493"/>
                  </a:lnTo>
                  <a:lnTo>
                    <a:pt x="77012" y="3276"/>
                  </a:lnTo>
                  <a:close/>
                </a:path>
                <a:path w="924559" h="1083945">
                  <a:moveTo>
                    <a:pt x="240855" y="72034"/>
                  </a:moveTo>
                  <a:lnTo>
                    <a:pt x="224878" y="20370"/>
                  </a:lnTo>
                  <a:lnTo>
                    <a:pt x="195795" y="3860"/>
                  </a:lnTo>
                  <a:lnTo>
                    <a:pt x="195795" y="64668"/>
                  </a:lnTo>
                  <a:lnTo>
                    <a:pt x="195795" y="207098"/>
                  </a:lnTo>
                  <a:lnTo>
                    <a:pt x="194652" y="218351"/>
                  </a:lnTo>
                  <a:lnTo>
                    <a:pt x="190982" y="227152"/>
                  </a:lnTo>
                  <a:lnTo>
                    <a:pt x="184391" y="232879"/>
                  </a:lnTo>
                  <a:lnTo>
                    <a:pt x="174498" y="234937"/>
                  </a:lnTo>
                  <a:lnTo>
                    <a:pt x="164604" y="232879"/>
                  </a:lnTo>
                  <a:lnTo>
                    <a:pt x="158013" y="227152"/>
                  </a:lnTo>
                  <a:lnTo>
                    <a:pt x="154330" y="218351"/>
                  </a:lnTo>
                  <a:lnTo>
                    <a:pt x="153200" y="207098"/>
                  </a:lnTo>
                  <a:lnTo>
                    <a:pt x="153200" y="64668"/>
                  </a:lnTo>
                  <a:lnTo>
                    <a:pt x="154330" y="53416"/>
                  </a:lnTo>
                  <a:lnTo>
                    <a:pt x="158013" y="44615"/>
                  </a:lnTo>
                  <a:lnTo>
                    <a:pt x="164604" y="38887"/>
                  </a:lnTo>
                  <a:lnTo>
                    <a:pt x="174498" y="36842"/>
                  </a:lnTo>
                  <a:lnTo>
                    <a:pt x="184391" y="38887"/>
                  </a:lnTo>
                  <a:lnTo>
                    <a:pt x="190982" y="44615"/>
                  </a:lnTo>
                  <a:lnTo>
                    <a:pt x="194652" y="53416"/>
                  </a:lnTo>
                  <a:lnTo>
                    <a:pt x="195795" y="64668"/>
                  </a:lnTo>
                  <a:lnTo>
                    <a:pt x="195795" y="3860"/>
                  </a:lnTo>
                  <a:lnTo>
                    <a:pt x="145249" y="5384"/>
                  </a:lnTo>
                  <a:lnTo>
                    <a:pt x="112864" y="43167"/>
                  </a:lnTo>
                  <a:lnTo>
                    <a:pt x="108953" y="72034"/>
                  </a:lnTo>
                  <a:lnTo>
                    <a:pt x="108953" y="200558"/>
                  </a:lnTo>
                  <a:lnTo>
                    <a:pt x="112864" y="229069"/>
                  </a:lnTo>
                  <a:lnTo>
                    <a:pt x="124828" y="251917"/>
                  </a:lnTo>
                  <a:lnTo>
                    <a:pt x="145249" y="267081"/>
                  </a:lnTo>
                  <a:lnTo>
                    <a:pt x="174498" y="272580"/>
                  </a:lnTo>
                  <a:lnTo>
                    <a:pt x="203873" y="266738"/>
                  </a:lnTo>
                  <a:lnTo>
                    <a:pt x="224574" y="251612"/>
                  </a:lnTo>
                  <a:lnTo>
                    <a:pt x="233591" y="234937"/>
                  </a:lnTo>
                  <a:lnTo>
                    <a:pt x="236816" y="228955"/>
                  </a:lnTo>
                  <a:lnTo>
                    <a:pt x="240855" y="200558"/>
                  </a:lnTo>
                  <a:lnTo>
                    <a:pt x="240855" y="72034"/>
                  </a:lnTo>
                  <a:close/>
                </a:path>
                <a:path w="924559" h="1083945">
                  <a:moveTo>
                    <a:pt x="339979" y="612292"/>
                  </a:moveTo>
                  <a:lnTo>
                    <a:pt x="216281" y="735888"/>
                  </a:lnTo>
                  <a:lnTo>
                    <a:pt x="339979" y="860310"/>
                  </a:lnTo>
                  <a:lnTo>
                    <a:pt x="339979" y="612292"/>
                  </a:lnTo>
                  <a:close/>
                </a:path>
                <a:path w="924559" h="1083945">
                  <a:moveTo>
                    <a:pt x="344081" y="159626"/>
                  </a:moveTo>
                  <a:lnTo>
                    <a:pt x="326059" y="159626"/>
                  </a:lnTo>
                  <a:lnTo>
                    <a:pt x="326059" y="266852"/>
                  </a:lnTo>
                  <a:lnTo>
                    <a:pt x="344081" y="266852"/>
                  </a:lnTo>
                  <a:lnTo>
                    <a:pt x="344081" y="159626"/>
                  </a:lnTo>
                  <a:close/>
                </a:path>
                <a:path w="924559" h="1083945">
                  <a:moveTo>
                    <a:pt x="379298" y="109689"/>
                  </a:moveTo>
                  <a:lnTo>
                    <a:pt x="362381" y="61391"/>
                  </a:lnTo>
                  <a:lnTo>
                    <a:pt x="362102" y="60579"/>
                  </a:lnTo>
                  <a:lnTo>
                    <a:pt x="372745" y="58115"/>
                  </a:lnTo>
                  <a:lnTo>
                    <a:pt x="376847" y="51574"/>
                  </a:lnTo>
                  <a:lnTo>
                    <a:pt x="376847" y="50749"/>
                  </a:lnTo>
                  <a:lnTo>
                    <a:pt x="376847" y="26200"/>
                  </a:lnTo>
                  <a:lnTo>
                    <a:pt x="375653" y="17195"/>
                  </a:lnTo>
                  <a:lnTo>
                    <a:pt x="375539" y="16268"/>
                  </a:lnTo>
                  <a:lnTo>
                    <a:pt x="371309" y="8801"/>
                  </a:lnTo>
                  <a:lnTo>
                    <a:pt x="363715" y="4102"/>
                  </a:lnTo>
                  <a:lnTo>
                    <a:pt x="358825" y="3403"/>
                  </a:lnTo>
                  <a:lnTo>
                    <a:pt x="358825" y="20472"/>
                  </a:lnTo>
                  <a:lnTo>
                    <a:pt x="358825" y="47485"/>
                  </a:lnTo>
                  <a:lnTo>
                    <a:pt x="356362" y="50749"/>
                  </a:lnTo>
                  <a:lnTo>
                    <a:pt x="344068" y="50749"/>
                  </a:lnTo>
                  <a:lnTo>
                    <a:pt x="344068" y="17195"/>
                  </a:lnTo>
                  <a:lnTo>
                    <a:pt x="356362" y="17195"/>
                  </a:lnTo>
                  <a:lnTo>
                    <a:pt x="358825" y="20472"/>
                  </a:lnTo>
                  <a:lnTo>
                    <a:pt x="358825" y="3403"/>
                  </a:lnTo>
                  <a:lnTo>
                    <a:pt x="352259" y="2463"/>
                  </a:lnTo>
                  <a:lnTo>
                    <a:pt x="326047" y="2463"/>
                  </a:lnTo>
                  <a:lnTo>
                    <a:pt x="326047" y="110515"/>
                  </a:lnTo>
                  <a:lnTo>
                    <a:pt x="344068" y="110515"/>
                  </a:lnTo>
                  <a:lnTo>
                    <a:pt x="344068" y="61391"/>
                  </a:lnTo>
                  <a:lnTo>
                    <a:pt x="360464" y="109689"/>
                  </a:lnTo>
                  <a:lnTo>
                    <a:pt x="379298" y="109689"/>
                  </a:lnTo>
                  <a:close/>
                </a:path>
                <a:path w="924559" h="1083945">
                  <a:moveTo>
                    <a:pt x="407974" y="159626"/>
                  </a:moveTo>
                  <a:lnTo>
                    <a:pt x="393230" y="159626"/>
                  </a:lnTo>
                  <a:lnTo>
                    <a:pt x="393230" y="221018"/>
                  </a:lnTo>
                  <a:lnTo>
                    <a:pt x="386156" y="198920"/>
                  </a:lnTo>
                  <a:lnTo>
                    <a:pt x="373570" y="159626"/>
                  </a:lnTo>
                  <a:lnTo>
                    <a:pt x="355549" y="159626"/>
                  </a:lnTo>
                  <a:lnTo>
                    <a:pt x="355549" y="266852"/>
                  </a:lnTo>
                  <a:lnTo>
                    <a:pt x="371106" y="266852"/>
                  </a:lnTo>
                  <a:lnTo>
                    <a:pt x="371106" y="198920"/>
                  </a:lnTo>
                  <a:lnTo>
                    <a:pt x="392404" y="266852"/>
                  </a:lnTo>
                  <a:lnTo>
                    <a:pt x="407974" y="266852"/>
                  </a:lnTo>
                  <a:lnTo>
                    <a:pt x="407974" y="221018"/>
                  </a:lnTo>
                  <a:lnTo>
                    <a:pt x="407974" y="159626"/>
                  </a:lnTo>
                  <a:close/>
                </a:path>
                <a:path w="924559" h="1083945">
                  <a:moveTo>
                    <a:pt x="432549" y="2463"/>
                  </a:moveTo>
                  <a:lnTo>
                    <a:pt x="389128" y="2463"/>
                  </a:lnTo>
                  <a:lnTo>
                    <a:pt x="389128" y="110515"/>
                  </a:lnTo>
                  <a:lnTo>
                    <a:pt x="432549" y="110515"/>
                  </a:lnTo>
                  <a:lnTo>
                    <a:pt x="432549" y="95770"/>
                  </a:lnTo>
                  <a:lnTo>
                    <a:pt x="407149" y="95770"/>
                  </a:lnTo>
                  <a:lnTo>
                    <a:pt x="407149" y="63030"/>
                  </a:lnTo>
                  <a:lnTo>
                    <a:pt x="425170" y="63030"/>
                  </a:lnTo>
                  <a:lnTo>
                    <a:pt x="425170" y="48298"/>
                  </a:lnTo>
                  <a:lnTo>
                    <a:pt x="407149" y="48298"/>
                  </a:lnTo>
                  <a:lnTo>
                    <a:pt x="407149" y="17195"/>
                  </a:lnTo>
                  <a:lnTo>
                    <a:pt x="432549" y="17195"/>
                  </a:lnTo>
                  <a:lnTo>
                    <a:pt x="432549" y="2463"/>
                  </a:lnTo>
                  <a:close/>
                </a:path>
                <a:path w="924559" h="1083945">
                  <a:moveTo>
                    <a:pt x="462038" y="159626"/>
                  </a:moveTo>
                  <a:lnTo>
                    <a:pt x="418630" y="159626"/>
                  </a:lnTo>
                  <a:lnTo>
                    <a:pt x="418630" y="267677"/>
                  </a:lnTo>
                  <a:lnTo>
                    <a:pt x="462038" y="267677"/>
                  </a:lnTo>
                  <a:lnTo>
                    <a:pt x="462038" y="252945"/>
                  </a:lnTo>
                  <a:lnTo>
                    <a:pt x="436651" y="252945"/>
                  </a:lnTo>
                  <a:lnTo>
                    <a:pt x="436651" y="220205"/>
                  </a:lnTo>
                  <a:lnTo>
                    <a:pt x="454672" y="220205"/>
                  </a:lnTo>
                  <a:lnTo>
                    <a:pt x="454672" y="205460"/>
                  </a:lnTo>
                  <a:lnTo>
                    <a:pt x="436651" y="205460"/>
                  </a:lnTo>
                  <a:lnTo>
                    <a:pt x="436651" y="174358"/>
                  </a:lnTo>
                  <a:lnTo>
                    <a:pt x="462038" y="174358"/>
                  </a:lnTo>
                  <a:lnTo>
                    <a:pt x="462038" y="159626"/>
                  </a:lnTo>
                  <a:close/>
                </a:path>
                <a:path w="924559" h="1083945">
                  <a:moveTo>
                    <a:pt x="493991" y="31927"/>
                  </a:moveTo>
                  <a:lnTo>
                    <a:pt x="492658" y="20066"/>
                  </a:lnTo>
                  <a:lnTo>
                    <a:pt x="491680" y="18008"/>
                  </a:lnTo>
                  <a:lnTo>
                    <a:pt x="488251" y="10744"/>
                  </a:lnTo>
                  <a:lnTo>
                    <a:pt x="480161" y="4648"/>
                  </a:lnTo>
                  <a:lnTo>
                    <a:pt x="475970" y="3911"/>
                  </a:lnTo>
                  <a:lnTo>
                    <a:pt x="475970" y="22098"/>
                  </a:lnTo>
                  <a:lnTo>
                    <a:pt x="475970" y="91681"/>
                  </a:lnTo>
                  <a:lnTo>
                    <a:pt x="472694" y="95770"/>
                  </a:lnTo>
                  <a:lnTo>
                    <a:pt x="457949" y="95770"/>
                  </a:lnTo>
                  <a:lnTo>
                    <a:pt x="457949" y="18008"/>
                  </a:lnTo>
                  <a:lnTo>
                    <a:pt x="473506" y="18008"/>
                  </a:lnTo>
                  <a:lnTo>
                    <a:pt x="475970" y="22098"/>
                  </a:lnTo>
                  <a:lnTo>
                    <a:pt x="475970" y="3911"/>
                  </a:lnTo>
                  <a:lnTo>
                    <a:pt x="467779" y="2463"/>
                  </a:lnTo>
                  <a:lnTo>
                    <a:pt x="439915" y="2463"/>
                  </a:lnTo>
                  <a:lnTo>
                    <a:pt x="439915" y="110515"/>
                  </a:lnTo>
                  <a:lnTo>
                    <a:pt x="467779" y="110515"/>
                  </a:lnTo>
                  <a:lnTo>
                    <a:pt x="480161" y="108331"/>
                  </a:lnTo>
                  <a:lnTo>
                    <a:pt x="488251" y="102323"/>
                  </a:lnTo>
                  <a:lnTo>
                    <a:pt x="491426" y="95770"/>
                  </a:lnTo>
                  <a:lnTo>
                    <a:pt x="492658" y="93243"/>
                  </a:lnTo>
                  <a:lnTo>
                    <a:pt x="493991" y="81864"/>
                  </a:lnTo>
                  <a:lnTo>
                    <a:pt x="493991" y="31927"/>
                  </a:lnTo>
                  <a:close/>
                </a:path>
                <a:path w="924559" h="1083945">
                  <a:moveTo>
                    <a:pt x="523481" y="186639"/>
                  </a:moveTo>
                  <a:lnTo>
                    <a:pt x="505460" y="159727"/>
                  </a:lnTo>
                  <a:lnTo>
                    <a:pt x="505460" y="177634"/>
                  </a:lnTo>
                  <a:lnTo>
                    <a:pt x="505460" y="249669"/>
                  </a:lnTo>
                  <a:lnTo>
                    <a:pt x="502183" y="253758"/>
                  </a:lnTo>
                  <a:lnTo>
                    <a:pt x="496443" y="254584"/>
                  </a:lnTo>
                  <a:lnTo>
                    <a:pt x="489889" y="254584"/>
                  </a:lnTo>
                  <a:lnTo>
                    <a:pt x="487438" y="249669"/>
                  </a:lnTo>
                  <a:lnTo>
                    <a:pt x="487438" y="177634"/>
                  </a:lnTo>
                  <a:lnTo>
                    <a:pt x="489889" y="172720"/>
                  </a:lnTo>
                  <a:lnTo>
                    <a:pt x="503008" y="172720"/>
                  </a:lnTo>
                  <a:lnTo>
                    <a:pt x="505460" y="177634"/>
                  </a:lnTo>
                  <a:lnTo>
                    <a:pt x="505460" y="159727"/>
                  </a:lnTo>
                  <a:lnTo>
                    <a:pt x="470166" y="174904"/>
                  </a:lnTo>
                  <a:lnTo>
                    <a:pt x="468591" y="186639"/>
                  </a:lnTo>
                  <a:lnTo>
                    <a:pt x="468591" y="239026"/>
                  </a:lnTo>
                  <a:lnTo>
                    <a:pt x="469722" y="249250"/>
                  </a:lnTo>
                  <a:lnTo>
                    <a:pt x="473303" y="257543"/>
                  </a:lnTo>
                  <a:lnTo>
                    <a:pt x="479653" y="263550"/>
                  </a:lnTo>
                  <a:lnTo>
                    <a:pt x="489077" y="266852"/>
                  </a:lnTo>
                  <a:lnTo>
                    <a:pt x="489077" y="274218"/>
                  </a:lnTo>
                  <a:lnTo>
                    <a:pt x="523481" y="279958"/>
                  </a:lnTo>
                  <a:lnTo>
                    <a:pt x="523481" y="266852"/>
                  </a:lnTo>
                  <a:lnTo>
                    <a:pt x="510374" y="264401"/>
                  </a:lnTo>
                  <a:lnTo>
                    <a:pt x="516229" y="260324"/>
                  </a:lnTo>
                  <a:lnTo>
                    <a:pt x="520242" y="254584"/>
                  </a:lnTo>
                  <a:lnTo>
                    <a:pt x="522706" y="247256"/>
                  </a:lnTo>
                  <a:lnTo>
                    <a:pt x="523481" y="239026"/>
                  </a:lnTo>
                  <a:lnTo>
                    <a:pt x="523481" y="186639"/>
                  </a:lnTo>
                  <a:close/>
                </a:path>
                <a:path w="924559" h="1083945">
                  <a:moveTo>
                    <a:pt x="558711" y="2463"/>
                  </a:moveTo>
                  <a:lnTo>
                    <a:pt x="542315" y="2463"/>
                  </a:lnTo>
                  <a:lnTo>
                    <a:pt x="542315" y="92506"/>
                  </a:lnTo>
                  <a:lnTo>
                    <a:pt x="539864" y="96596"/>
                  </a:lnTo>
                  <a:lnTo>
                    <a:pt x="526757" y="96596"/>
                  </a:lnTo>
                  <a:lnTo>
                    <a:pt x="524294" y="92506"/>
                  </a:lnTo>
                  <a:lnTo>
                    <a:pt x="524294" y="2463"/>
                  </a:lnTo>
                  <a:lnTo>
                    <a:pt x="506272" y="2463"/>
                  </a:lnTo>
                  <a:lnTo>
                    <a:pt x="506272" y="83502"/>
                  </a:lnTo>
                  <a:lnTo>
                    <a:pt x="507847" y="95097"/>
                  </a:lnTo>
                  <a:lnTo>
                    <a:pt x="512724" y="103860"/>
                  </a:lnTo>
                  <a:lnTo>
                    <a:pt x="521131" y="109397"/>
                  </a:lnTo>
                  <a:lnTo>
                    <a:pt x="533311" y="111328"/>
                  </a:lnTo>
                  <a:lnTo>
                    <a:pt x="544880" y="109283"/>
                  </a:lnTo>
                  <a:lnTo>
                    <a:pt x="552767" y="103555"/>
                  </a:lnTo>
                  <a:lnTo>
                    <a:pt x="556323" y="96596"/>
                  </a:lnTo>
                  <a:lnTo>
                    <a:pt x="557276" y="94754"/>
                  </a:lnTo>
                  <a:lnTo>
                    <a:pt x="558711" y="83502"/>
                  </a:lnTo>
                  <a:lnTo>
                    <a:pt x="558711" y="2463"/>
                  </a:lnTo>
                  <a:close/>
                </a:path>
                <a:path w="924559" h="1083945">
                  <a:moveTo>
                    <a:pt x="585736" y="159626"/>
                  </a:moveTo>
                  <a:lnTo>
                    <a:pt x="569353" y="159626"/>
                  </a:lnTo>
                  <a:lnTo>
                    <a:pt x="569353" y="249669"/>
                  </a:lnTo>
                  <a:lnTo>
                    <a:pt x="566902" y="253758"/>
                  </a:lnTo>
                  <a:lnTo>
                    <a:pt x="553796" y="253758"/>
                  </a:lnTo>
                  <a:lnTo>
                    <a:pt x="551332" y="249669"/>
                  </a:lnTo>
                  <a:lnTo>
                    <a:pt x="551332" y="159626"/>
                  </a:lnTo>
                  <a:lnTo>
                    <a:pt x="533311" y="159626"/>
                  </a:lnTo>
                  <a:lnTo>
                    <a:pt x="533311" y="240665"/>
                  </a:lnTo>
                  <a:lnTo>
                    <a:pt x="534885" y="252260"/>
                  </a:lnTo>
                  <a:lnTo>
                    <a:pt x="539762" y="261023"/>
                  </a:lnTo>
                  <a:lnTo>
                    <a:pt x="548170" y="266560"/>
                  </a:lnTo>
                  <a:lnTo>
                    <a:pt x="560349" y="268490"/>
                  </a:lnTo>
                  <a:lnTo>
                    <a:pt x="571919" y="266446"/>
                  </a:lnTo>
                  <a:lnTo>
                    <a:pt x="579805" y="260718"/>
                  </a:lnTo>
                  <a:lnTo>
                    <a:pt x="583361" y="253758"/>
                  </a:lnTo>
                  <a:lnTo>
                    <a:pt x="584314" y="251917"/>
                  </a:lnTo>
                  <a:lnTo>
                    <a:pt x="585736" y="240665"/>
                  </a:lnTo>
                  <a:lnTo>
                    <a:pt x="585736" y="159626"/>
                  </a:lnTo>
                  <a:close/>
                </a:path>
                <a:path w="924559" h="1083945">
                  <a:moveTo>
                    <a:pt x="622604" y="28651"/>
                  </a:moveTo>
                  <a:lnTo>
                    <a:pt x="621398" y="17868"/>
                  </a:lnTo>
                  <a:lnTo>
                    <a:pt x="620674" y="16370"/>
                  </a:lnTo>
                  <a:lnTo>
                    <a:pt x="617283" y="9309"/>
                  </a:lnTo>
                  <a:lnTo>
                    <a:pt x="609473" y="3670"/>
                  </a:lnTo>
                  <a:lnTo>
                    <a:pt x="597204" y="1638"/>
                  </a:lnTo>
                  <a:lnTo>
                    <a:pt x="585038" y="3695"/>
                  </a:lnTo>
                  <a:lnTo>
                    <a:pt x="576630" y="9525"/>
                  </a:lnTo>
                  <a:lnTo>
                    <a:pt x="571754" y="18567"/>
                  </a:lnTo>
                  <a:lnTo>
                    <a:pt x="570179" y="30289"/>
                  </a:lnTo>
                  <a:lnTo>
                    <a:pt x="570179" y="82677"/>
                  </a:lnTo>
                  <a:lnTo>
                    <a:pt x="571754" y="94081"/>
                  </a:lnTo>
                  <a:lnTo>
                    <a:pt x="576630" y="103352"/>
                  </a:lnTo>
                  <a:lnTo>
                    <a:pt x="585038" y="109842"/>
                  </a:lnTo>
                  <a:lnTo>
                    <a:pt x="597204" y="112966"/>
                  </a:lnTo>
                  <a:lnTo>
                    <a:pt x="609130" y="110934"/>
                  </a:lnTo>
                  <a:lnTo>
                    <a:pt x="616966" y="105295"/>
                  </a:lnTo>
                  <a:lnTo>
                    <a:pt x="620941" y="97409"/>
                  </a:lnTo>
                  <a:lnTo>
                    <a:pt x="621284" y="96735"/>
                  </a:lnTo>
                  <a:lnTo>
                    <a:pt x="622604" y="85953"/>
                  </a:lnTo>
                  <a:lnTo>
                    <a:pt x="622604" y="67119"/>
                  </a:lnTo>
                  <a:lnTo>
                    <a:pt x="606221" y="67119"/>
                  </a:lnTo>
                  <a:lnTo>
                    <a:pt x="606221" y="93319"/>
                  </a:lnTo>
                  <a:lnTo>
                    <a:pt x="603758" y="97409"/>
                  </a:lnTo>
                  <a:lnTo>
                    <a:pt x="590651" y="97409"/>
                  </a:lnTo>
                  <a:lnTo>
                    <a:pt x="588200" y="92506"/>
                  </a:lnTo>
                  <a:lnTo>
                    <a:pt x="588200" y="21285"/>
                  </a:lnTo>
                  <a:lnTo>
                    <a:pt x="590651" y="16370"/>
                  </a:lnTo>
                  <a:lnTo>
                    <a:pt x="603758" y="16370"/>
                  </a:lnTo>
                  <a:lnTo>
                    <a:pt x="606221" y="20472"/>
                  </a:lnTo>
                  <a:lnTo>
                    <a:pt x="606221" y="41744"/>
                  </a:lnTo>
                  <a:lnTo>
                    <a:pt x="622604" y="41744"/>
                  </a:lnTo>
                  <a:lnTo>
                    <a:pt x="622604" y="28651"/>
                  </a:lnTo>
                  <a:close/>
                </a:path>
                <a:path w="924559" h="1083945">
                  <a:moveTo>
                    <a:pt x="652919" y="266852"/>
                  </a:moveTo>
                  <a:lnTo>
                    <a:pt x="649160" y="247205"/>
                  </a:lnTo>
                  <a:lnTo>
                    <a:pt x="646353" y="232473"/>
                  </a:lnTo>
                  <a:lnTo>
                    <a:pt x="638060" y="189090"/>
                  </a:lnTo>
                  <a:lnTo>
                    <a:pt x="632434" y="159626"/>
                  </a:lnTo>
                  <a:lnTo>
                    <a:pt x="629158" y="159626"/>
                  </a:lnTo>
                  <a:lnTo>
                    <a:pt x="629158" y="232473"/>
                  </a:lnTo>
                  <a:lnTo>
                    <a:pt x="614413" y="232473"/>
                  </a:lnTo>
                  <a:lnTo>
                    <a:pt x="621792" y="189090"/>
                  </a:lnTo>
                  <a:lnTo>
                    <a:pt x="629158" y="232473"/>
                  </a:lnTo>
                  <a:lnTo>
                    <a:pt x="629158" y="159626"/>
                  </a:lnTo>
                  <a:lnTo>
                    <a:pt x="611962" y="159626"/>
                  </a:lnTo>
                  <a:lnTo>
                    <a:pt x="591477" y="266852"/>
                  </a:lnTo>
                  <a:lnTo>
                    <a:pt x="608685" y="266852"/>
                  </a:lnTo>
                  <a:lnTo>
                    <a:pt x="611962" y="247205"/>
                  </a:lnTo>
                  <a:lnTo>
                    <a:pt x="630796" y="247205"/>
                  </a:lnTo>
                  <a:lnTo>
                    <a:pt x="634072" y="266852"/>
                  </a:lnTo>
                  <a:lnTo>
                    <a:pt x="652919" y="266852"/>
                  </a:lnTo>
                  <a:close/>
                </a:path>
                <a:path w="924559" h="1083945">
                  <a:moveTo>
                    <a:pt x="677494" y="2463"/>
                  </a:moveTo>
                  <a:lnTo>
                    <a:pt x="634072" y="2463"/>
                  </a:lnTo>
                  <a:lnTo>
                    <a:pt x="634072" y="110515"/>
                  </a:lnTo>
                  <a:lnTo>
                    <a:pt x="677494" y="110515"/>
                  </a:lnTo>
                  <a:lnTo>
                    <a:pt x="677494" y="95770"/>
                  </a:lnTo>
                  <a:lnTo>
                    <a:pt x="652094" y="95770"/>
                  </a:lnTo>
                  <a:lnTo>
                    <a:pt x="652094" y="63030"/>
                  </a:lnTo>
                  <a:lnTo>
                    <a:pt x="670115" y="63030"/>
                  </a:lnTo>
                  <a:lnTo>
                    <a:pt x="670115" y="48298"/>
                  </a:lnTo>
                  <a:lnTo>
                    <a:pt x="652094" y="48298"/>
                  </a:lnTo>
                  <a:lnTo>
                    <a:pt x="652094" y="17195"/>
                  </a:lnTo>
                  <a:lnTo>
                    <a:pt x="677494" y="17195"/>
                  </a:lnTo>
                  <a:lnTo>
                    <a:pt x="677494" y="2463"/>
                  </a:lnTo>
                  <a:close/>
                </a:path>
                <a:path w="924559" h="1083945">
                  <a:moveTo>
                    <a:pt x="688962" y="960170"/>
                  </a:moveTo>
                  <a:lnTo>
                    <a:pt x="440740" y="960170"/>
                  </a:lnTo>
                  <a:lnTo>
                    <a:pt x="564438" y="1083779"/>
                  </a:lnTo>
                  <a:lnTo>
                    <a:pt x="688962" y="960170"/>
                  </a:lnTo>
                  <a:close/>
                </a:path>
                <a:path w="924559" h="1083945">
                  <a:moveTo>
                    <a:pt x="688962" y="512419"/>
                  </a:moveTo>
                  <a:lnTo>
                    <a:pt x="564438" y="388823"/>
                  </a:lnTo>
                  <a:lnTo>
                    <a:pt x="440740" y="512419"/>
                  </a:lnTo>
                  <a:lnTo>
                    <a:pt x="688962" y="512419"/>
                  </a:lnTo>
                  <a:close/>
                </a:path>
                <a:path w="924559" h="1083945">
                  <a:moveTo>
                    <a:pt x="699617" y="774357"/>
                  </a:moveTo>
                  <a:lnTo>
                    <a:pt x="430098" y="774357"/>
                  </a:lnTo>
                  <a:lnTo>
                    <a:pt x="430098" y="852131"/>
                  </a:lnTo>
                  <a:lnTo>
                    <a:pt x="699617" y="852131"/>
                  </a:lnTo>
                  <a:lnTo>
                    <a:pt x="699617" y="774357"/>
                  </a:lnTo>
                  <a:close/>
                </a:path>
                <a:path w="924559" h="1083945">
                  <a:moveTo>
                    <a:pt x="699617" y="620471"/>
                  </a:moveTo>
                  <a:lnTo>
                    <a:pt x="430098" y="620471"/>
                  </a:lnTo>
                  <a:lnTo>
                    <a:pt x="430098" y="694956"/>
                  </a:lnTo>
                  <a:lnTo>
                    <a:pt x="699617" y="694956"/>
                  </a:lnTo>
                  <a:lnTo>
                    <a:pt x="699617" y="620471"/>
                  </a:lnTo>
                  <a:close/>
                </a:path>
                <a:path w="924559" h="1083945">
                  <a:moveTo>
                    <a:pt x="700430" y="252120"/>
                  </a:moveTo>
                  <a:lnTo>
                    <a:pt x="679132" y="252120"/>
                  </a:lnTo>
                  <a:lnTo>
                    <a:pt x="679132" y="159626"/>
                  </a:lnTo>
                  <a:lnTo>
                    <a:pt x="661111" y="159626"/>
                  </a:lnTo>
                  <a:lnTo>
                    <a:pt x="661111" y="266852"/>
                  </a:lnTo>
                  <a:lnTo>
                    <a:pt x="700430" y="266852"/>
                  </a:lnTo>
                  <a:lnTo>
                    <a:pt x="700430" y="252120"/>
                  </a:lnTo>
                  <a:close/>
                </a:path>
                <a:path w="924559" h="1083945">
                  <a:moveTo>
                    <a:pt x="726643" y="159626"/>
                  </a:moveTo>
                  <a:lnTo>
                    <a:pt x="708621" y="159626"/>
                  </a:lnTo>
                  <a:lnTo>
                    <a:pt x="708621" y="266852"/>
                  </a:lnTo>
                  <a:lnTo>
                    <a:pt x="726643" y="266852"/>
                  </a:lnTo>
                  <a:lnTo>
                    <a:pt x="726643" y="159626"/>
                  </a:lnTo>
                  <a:close/>
                </a:path>
                <a:path w="924559" h="1083945">
                  <a:moveTo>
                    <a:pt x="743026" y="31927"/>
                  </a:moveTo>
                  <a:lnTo>
                    <a:pt x="725004" y="3911"/>
                  </a:lnTo>
                  <a:lnTo>
                    <a:pt x="725004" y="22098"/>
                  </a:lnTo>
                  <a:lnTo>
                    <a:pt x="725004" y="91681"/>
                  </a:lnTo>
                  <a:lnTo>
                    <a:pt x="721728" y="95770"/>
                  </a:lnTo>
                  <a:lnTo>
                    <a:pt x="706983" y="95770"/>
                  </a:lnTo>
                  <a:lnTo>
                    <a:pt x="706983" y="18008"/>
                  </a:lnTo>
                  <a:lnTo>
                    <a:pt x="722541" y="18008"/>
                  </a:lnTo>
                  <a:lnTo>
                    <a:pt x="725004" y="22098"/>
                  </a:lnTo>
                  <a:lnTo>
                    <a:pt x="725004" y="3911"/>
                  </a:lnTo>
                  <a:lnTo>
                    <a:pt x="716813" y="2463"/>
                  </a:lnTo>
                  <a:lnTo>
                    <a:pt x="688962" y="2463"/>
                  </a:lnTo>
                  <a:lnTo>
                    <a:pt x="688962" y="110515"/>
                  </a:lnTo>
                  <a:lnTo>
                    <a:pt x="716813" y="110515"/>
                  </a:lnTo>
                  <a:lnTo>
                    <a:pt x="743026" y="81864"/>
                  </a:lnTo>
                  <a:lnTo>
                    <a:pt x="743026" y="31927"/>
                  </a:lnTo>
                  <a:close/>
                </a:path>
                <a:path w="924559" h="1083945">
                  <a:moveTo>
                    <a:pt x="783170" y="159626"/>
                  </a:moveTo>
                  <a:lnTo>
                    <a:pt x="735660" y="159626"/>
                  </a:lnTo>
                  <a:lnTo>
                    <a:pt x="735660" y="174358"/>
                  </a:lnTo>
                  <a:lnTo>
                    <a:pt x="750404" y="174358"/>
                  </a:lnTo>
                  <a:lnTo>
                    <a:pt x="750404" y="266852"/>
                  </a:lnTo>
                  <a:lnTo>
                    <a:pt x="768426" y="266852"/>
                  </a:lnTo>
                  <a:lnTo>
                    <a:pt x="768426" y="174358"/>
                  </a:lnTo>
                  <a:lnTo>
                    <a:pt x="783170" y="174358"/>
                  </a:lnTo>
                  <a:lnTo>
                    <a:pt x="783170" y="159626"/>
                  </a:lnTo>
                  <a:close/>
                </a:path>
                <a:path w="924559" h="1083945">
                  <a:moveTo>
                    <a:pt x="809383" y="159626"/>
                  </a:moveTo>
                  <a:lnTo>
                    <a:pt x="791362" y="159626"/>
                  </a:lnTo>
                  <a:lnTo>
                    <a:pt x="791362" y="266852"/>
                  </a:lnTo>
                  <a:lnTo>
                    <a:pt x="809383" y="266852"/>
                  </a:lnTo>
                  <a:lnTo>
                    <a:pt x="809383" y="159626"/>
                  </a:lnTo>
                  <a:close/>
                </a:path>
                <a:path w="924559" h="1083945">
                  <a:moveTo>
                    <a:pt x="863447" y="159626"/>
                  </a:moveTo>
                  <a:lnTo>
                    <a:pt x="820039" y="159626"/>
                  </a:lnTo>
                  <a:lnTo>
                    <a:pt x="820039" y="267677"/>
                  </a:lnTo>
                  <a:lnTo>
                    <a:pt x="863447" y="267677"/>
                  </a:lnTo>
                  <a:lnTo>
                    <a:pt x="863447" y="252945"/>
                  </a:lnTo>
                  <a:lnTo>
                    <a:pt x="838060" y="252945"/>
                  </a:lnTo>
                  <a:lnTo>
                    <a:pt x="838060" y="220205"/>
                  </a:lnTo>
                  <a:lnTo>
                    <a:pt x="856081" y="220205"/>
                  </a:lnTo>
                  <a:lnTo>
                    <a:pt x="856081" y="205460"/>
                  </a:lnTo>
                  <a:lnTo>
                    <a:pt x="838060" y="205460"/>
                  </a:lnTo>
                  <a:lnTo>
                    <a:pt x="838060" y="174358"/>
                  </a:lnTo>
                  <a:lnTo>
                    <a:pt x="863447" y="174358"/>
                  </a:lnTo>
                  <a:lnTo>
                    <a:pt x="863447" y="159626"/>
                  </a:lnTo>
                  <a:close/>
                </a:path>
                <a:path w="924559" h="1083945">
                  <a:moveTo>
                    <a:pt x="912609" y="735888"/>
                  </a:moveTo>
                  <a:lnTo>
                    <a:pt x="788911" y="612292"/>
                  </a:lnTo>
                  <a:lnTo>
                    <a:pt x="788911" y="860310"/>
                  </a:lnTo>
                  <a:lnTo>
                    <a:pt x="912609" y="735888"/>
                  </a:lnTo>
                  <a:close/>
                </a:path>
                <a:path w="924559" h="1083945">
                  <a:moveTo>
                    <a:pt x="924077" y="239026"/>
                  </a:moveTo>
                  <a:lnTo>
                    <a:pt x="892949" y="194818"/>
                  </a:lnTo>
                  <a:lnTo>
                    <a:pt x="889673" y="190728"/>
                  </a:lnTo>
                  <a:lnTo>
                    <a:pt x="889673" y="175996"/>
                  </a:lnTo>
                  <a:lnTo>
                    <a:pt x="892949" y="173545"/>
                  </a:lnTo>
                  <a:lnTo>
                    <a:pt x="903592" y="173545"/>
                  </a:lnTo>
                  <a:lnTo>
                    <a:pt x="906056" y="175996"/>
                  </a:lnTo>
                  <a:lnTo>
                    <a:pt x="906056" y="191554"/>
                  </a:lnTo>
                  <a:lnTo>
                    <a:pt x="922439" y="191554"/>
                  </a:lnTo>
                  <a:lnTo>
                    <a:pt x="922324" y="181724"/>
                  </a:lnTo>
                  <a:lnTo>
                    <a:pt x="921194" y="173545"/>
                  </a:lnTo>
                  <a:lnTo>
                    <a:pt x="921004" y="172148"/>
                  </a:lnTo>
                  <a:lnTo>
                    <a:pt x="916495" y="164439"/>
                  </a:lnTo>
                  <a:lnTo>
                    <a:pt x="908608" y="159639"/>
                  </a:lnTo>
                  <a:lnTo>
                    <a:pt x="897039" y="157988"/>
                  </a:lnTo>
                  <a:lnTo>
                    <a:pt x="885812" y="159854"/>
                  </a:lnTo>
                  <a:lnTo>
                    <a:pt x="877887" y="164947"/>
                  </a:lnTo>
                  <a:lnTo>
                    <a:pt x="873188" y="172491"/>
                  </a:lnTo>
                  <a:lnTo>
                    <a:pt x="871639" y="181724"/>
                  </a:lnTo>
                  <a:lnTo>
                    <a:pt x="871639" y="185000"/>
                  </a:lnTo>
                  <a:lnTo>
                    <a:pt x="902779" y="230022"/>
                  </a:lnTo>
                  <a:lnTo>
                    <a:pt x="905230" y="233299"/>
                  </a:lnTo>
                  <a:lnTo>
                    <a:pt x="905230" y="249669"/>
                  </a:lnTo>
                  <a:lnTo>
                    <a:pt x="902779" y="253758"/>
                  </a:lnTo>
                  <a:lnTo>
                    <a:pt x="890485" y="253758"/>
                  </a:lnTo>
                  <a:lnTo>
                    <a:pt x="888034" y="249669"/>
                  </a:lnTo>
                  <a:lnTo>
                    <a:pt x="888034" y="229196"/>
                  </a:lnTo>
                  <a:lnTo>
                    <a:pt x="870826" y="229196"/>
                  </a:lnTo>
                  <a:lnTo>
                    <a:pt x="870826" y="243941"/>
                  </a:lnTo>
                  <a:lnTo>
                    <a:pt x="872172" y="253657"/>
                  </a:lnTo>
                  <a:lnTo>
                    <a:pt x="876668" y="261531"/>
                  </a:lnTo>
                  <a:lnTo>
                    <a:pt x="884999" y="266954"/>
                  </a:lnTo>
                  <a:lnTo>
                    <a:pt x="897864" y="269316"/>
                  </a:lnTo>
                  <a:lnTo>
                    <a:pt x="909561" y="267423"/>
                  </a:lnTo>
                  <a:lnTo>
                    <a:pt x="917727" y="262153"/>
                  </a:lnTo>
                  <a:lnTo>
                    <a:pt x="922515" y="254114"/>
                  </a:lnTo>
                  <a:lnTo>
                    <a:pt x="922566" y="253758"/>
                  </a:lnTo>
                  <a:lnTo>
                    <a:pt x="924077" y="243941"/>
                  </a:lnTo>
                  <a:lnTo>
                    <a:pt x="924077" y="2390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pic>
        <p:nvPicPr>
          <p:cNvPr id="84" name="object 8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344784" y="6049623"/>
            <a:ext cx="1319097" cy="1318065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786966" y="7491808"/>
            <a:ext cx="1317849" cy="1316819"/>
          </a:xfrm>
          <a:prstGeom prst="rect">
            <a:avLst/>
          </a:prstGeom>
        </p:spPr>
      </p:pic>
      <p:sp>
        <p:nvSpPr>
          <p:cNvPr id="86" name="object 86"/>
          <p:cNvSpPr/>
          <p:nvPr/>
        </p:nvSpPr>
        <p:spPr>
          <a:xfrm>
            <a:off x="12283053" y="7751090"/>
            <a:ext cx="266650" cy="241889"/>
          </a:xfrm>
          <a:custGeom>
            <a:avLst/>
            <a:gdLst/>
            <a:ahLst/>
            <a:cxnLst/>
            <a:rect l="l" t="t" r="r" b="b"/>
            <a:pathLst>
              <a:path w="266700" h="241934">
                <a:moveTo>
                  <a:pt x="216935" y="241343"/>
                </a:moveTo>
                <a:lnTo>
                  <a:pt x="0" y="133373"/>
                </a:lnTo>
                <a:lnTo>
                  <a:pt x="21982" y="96993"/>
                </a:lnTo>
                <a:lnTo>
                  <a:pt x="46657" y="62399"/>
                </a:lnTo>
                <a:lnTo>
                  <a:pt x="73843" y="29949"/>
                </a:lnTo>
                <a:lnTo>
                  <a:pt x="103363" y="0"/>
                </a:lnTo>
                <a:lnTo>
                  <a:pt x="266703" y="177831"/>
                </a:lnTo>
                <a:lnTo>
                  <a:pt x="252825" y="192489"/>
                </a:lnTo>
                <a:lnTo>
                  <a:pt x="239905" y="207920"/>
                </a:lnTo>
                <a:lnTo>
                  <a:pt x="227941" y="224185"/>
                </a:lnTo>
                <a:lnTo>
                  <a:pt x="216935" y="241343"/>
                </a:lnTo>
                <a:close/>
              </a:path>
            </a:pathLst>
          </a:custGeom>
          <a:solidFill>
            <a:srgbClr val="62B335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grpSp>
        <p:nvGrpSpPr>
          <p:cNvPr id="87" name="object 87"/>
          <p:cNvGrpSpPr/>
          <p:nvPr/>
        </p:nvGrpSpPr>
        <p:grpSpPr>
          <a:xfrm>
            <a:off x="12899925" y="7641236"/>
            <a:ext cx="420925" cy="462827"/>
            <a:chOff x="15155284" y="7204123"/>
            <a:chExt cx="421005" cy="462915"/>
          </a:xfrm>
        </p:grpSpPr>
        <p:sp>
          <p:nvSpPr>
            <p:cNvPr id="88" name="object 88"/>
            <p:cNvSpPr/>
            <p:nvPr/>
          </p:nvSpPr>
          <p:spPr>
            <a:xfrm>
              <a:off x="15155284" y="7204123"/>
              <a:ext cx="231775" cy="268605"/>
            </a:xfrm>
            <a:custGeom>
              <a:avLst/>
              <a:gdLst/>
              <a:ahLst/>
              <a:cxnLst/>
              <a:rect l="l" t="t" r="r" b="b"/>
              <a:pathLst>
                <a:path w="231775" h="268604">
                  <a:moveTo>
                    <a:pt x="68270" y="268017"/>
                  </a:moveTo>
                  <a:lnTo>
                    <a:pt x="52489" y="255742"/>
                  </a:lnTo>
                  <a:lnTo>
                    <a:pt x="35810" y="244598"/>
                  </a:lnTo>
                  <a:lnTo>
                    <a:pt x="18293" y="234525"/>
                  </a:lnTo>
                  <a:lnTo>
                    <a:pt x="0" y="225465"/>
                  </a:lnTo>
                  <a:lnTo>
                    <a:pt x="86774" y="0"/>
                  </a:lnTo>
                  <a:lnTo>
                    <a:pt x="125734" y="18289"/>
                  </a:lnTo>
                  <a:lnTo>
                    <a:pt x="163020" y="39615"/>
                  </a:lnTo>
                  <a:lnTo>
                    <a:pt x="198392" y="63680"/>
                  </a:lnTo>
                  <a:lnTo>
                    <a:pt x="231610" y="90186"/>
                  </a:lnTo>
                  <a:lnTo>
                    <a:pt x="68270" y="268017"/>
                  </a:lnTo>
                  <a:close/>
                </a:path>
              </a:pathLst>
            </a:custGeom>
            <a:solidFill>
              <a:srgbClr val="E4B735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5312881" y="7482938"/>
              <a:ext cx="262890" cy="184150"/>
            </a:xfrm>
            <a:custGeom>
              <a:avLst/>
              <a:gdLst/>
              <a:ahLst/>
              <a:cxnLst/>
              <a:rect l="l" t="t" r="r" b="b"/>
              <a:pathLst>
                <a:path w="262890" h="184150">
                  <a:moveTo>
                    <a:pt x="21693" y="183547"/>
                  </a:moveTo>
                  <a:lnTo>
                    <a:pt x="18124" y="163779"/>
                  </a:lnTo>
                  <a:lnTo>
                    <a:pt x="13239" y="144488"/>
                  </a:lnTo>
                  <a:lnTo>
                    <a:pt x="7158" y="125673"/>
                  </a:lnTo>
                  <a:lnTo>
                    <a:pt x="0" y="107334"/>
                  </a:lnTo>
                  <a:lnTo>
                    <a:pt x="216935" y="0"/>
                  </a:lnTo>
                  <a:lnTo>
                    <a:pt x="232816" y="38325"/>
                  </a:lnTo>
                  <a:lnTo>
                    <a:pt x="245886" y="77960"/>
                  </a:lnTo>
                  <a:lnTo>
                    <a:pt x="255966" y="118786"/>
                  </a:lnTo>
                  <a:lnTo>
                    <a:pt x="262874" y="160683"/>
                  </a:lnTo>
                  <a:lnTo>
                    <a:pt x="21693" y="183547"/>
                  </a:lnTo>
                  <a:close/>
                </a:path>
              </a:pathLst>
            </a:custGeom>
            <a:solidFill>
              <a:srgbClr val="C51C2D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5249712" y="7317809"/>
              <a:ext cx="264795" cy="241935"/>
            </a:xfrm>
            <a:custGeom>
              <a:avLst/>
              <a:gdLst/>
              <a:ahLst/>
              <a:cxnLst/>
              <a:rect l="l" t="t" r="r" b="b"/>
              <a:pathLst>
                <a:path w="264794" h="241934">
                  <a:moveTo>
                    <a:pt x="47853" y="241343"/>
                  </a:moveTo>
                  <a:lnTo>
                    <a:pt x="37325" y="224453"/>
                  </a:lnTo>
                  <a:lnTo>
                    <a:pt x="25840" y="208158"/>
                  </a:lnTo>
                  <a:lnTo>
                    <a:pt x="13398" y="192578"/>
                  </a:lnTo>
                  <a:lnTo>
                    <a:pt x="0" y="177831"/>
                  </a:lnTo>
                  <a:lnTo>
                    <a:pt x="163339" y="0"/>
                  </a:lnTo>
                  <a:lnTo>
                    <a:pt x="192380" y="30584"/>
                  </a:lnTo>
                  <a:lnTo>
                    <a:pt x="219089" y="63193"/>
                  </a:lnTo>
                  <a:lnTo>
                    <a:pt x="243284" y="97708"/>
                  </a:lnTo>
                  <a:lnTo>
                    <a:pt x="264789" y="134008"/>
                  </a:lnTo>
                  <a:lnTo>
                    <a:pt x="47853" y="241343"/>
                  </a:lnTo>
                  <a:close/>
                </a:path>
              </a:pathLst>
            </a:custGeom>
            <a:solidFill>
              <a:srgbClr val="4B9F37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</p:grpSp>
      <p:pic>
        <p:nvPicPr>
          <p:cNvPr id="91" name="object 9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214790" y="8113671"/>
            <a:ext cx="249427" cy="169543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12952867" y="8346715"/>
            <a:ext cx="252681" cy="260935"/>
          </a:xfrm>
          <a:custGeom>
            <a:avLst/>
            <a:gdLst/>
            <a:ahLst/>
            <a:cxnLst/>
            <a:rect l="l" t="t" r="r" b="b"/>
            <a:pathLst>
              <a:path w="252730" h="260984">
                <a:moveTo>
                  <a:pt x="127609" y="260396"/>
                </a:moveTo>
                <a:lnTo>
                  <a:pt x="0" y="55254"/>
                </a:lnTo>
                <a:lnTo>
                  <a:pt x="15901" y="42870"/>
                </a:lnTo>
                <a:lnTo>
                  <a:pt x="31024" y="29532"/>
                </a:lnTo>
                <a:lnTo>
                  <a:pt x="45311" y="15242"/>
                </a:lnTo>
                <a:lnTo>
                  <a:pt x="58700" y="0"/>
                </a:lnTo>
                <a:lnTo>
                  <a:pt x="252666" y="144805"/>
                </a:lnTo>
                <a:lnTo>
                  <a:pt x="224691" y="177157"/>
                </a:lnTo>
                <a:lnTo>
                  <a:pt x="194444" y="207364"/>
                </a:lnTo>
                <a:lnTo>
                  <a:pt x="162043" y="235190"/>
                </a:lnTo>
                <a:lnTo>
                  <a:pt x="127609" y="260396"/>
                </a:lnTo>
                <a:close/>
              </a:path>
            </a:pathLst>
          </a:custGeom>
          <a:solidFill>
            <a:srgbClr val="FBC310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pic>
        <p:nvPicPr>
          <p:cNvPr id="93" name="object 9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075987" y="8116211"/>
            <a:ext cx="249427" cy="166368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12339182" y="8351794"/>
            <a:ext cx="253317" cy="260301"/>
          </a:xfrm>
          <a:custGeom>
            <a:avLst/>
            <a:gdLst/>
            <a:ahLst/>
            <a:cxnLst/>
            <a:rect l="l" t="t" r="r" b="b"/>
            <a:pathLst>
              <a:path w="253365" h="260350">
                <a:moveTo>
                  <a:pt x="125695" y="259761"/>
                </a:moveTo>
                <a:lnTo>
                  <a:pt x="91160" y="235031"/>
                </a:lnTo>
                <a:lnTo>
                  <a:pt x="58540" y="207682"/>
                </a:lnTo>
                <a:lnTo>
                  <a:pt x="28074" y="177950"/>
                </a:lnTo>
                <a:lnTo>
                  <a:pt x="0" y="146076"/>
                </a:lnTo>
                <a:lnTo>
                  <a:pt x="192689" y="0"/>
                </a:lnTo>
                <a:lnTo>
                  <a:pt x="206467" y="14875"/>
                </a:lnTo>
                <a:lnTo>
                  <a:pt x="221082" y="28977"/>
                </a:lnTo>
                <a:lnTo>
                  <a:pt x="236655" y="42244"/>
                </a:lnTo>
                <a:lnTo>
                  <a:pt x="253304" y="54619"/>
                </a:lnTo>
                <a:lnTo>
                  <a:pt x="125695" y="259761"/>
                </a:lnTo>
                <a:close/>
              </a:path>
            </a:pathLst>
          </a:custGeom>
          <a:solidFill>
            <a:srgbClr val="F59D2C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219252" y="7915554"/>
            <a:ext cx="264745" cy="185385"/>
          </a:xfrm>
          <a:custGeom>
            <a:avLst/>
            <a:gdLst/>
            <a:ahLst/>
            <a:cxnLst/>
            <a:rect l="l" t="t" r="r" b="b"/>
            <a:pathLst>
              <a:path w="264794" h="185420">
                <a:moveTo>
                  <a:pt x="241819" y="184818"/>
                </a:moveTo>
                <a:lnTo>
                  <a:pt x="0" y="163224"/>
                </a:lnTo>
                <a:lnTo>
                  <a:pt x="7297" y="120483"/>
                </a:lnTo>
                <a:lnTo>
                  <a:pt x="17705" y="78992"/>
                </a:lnTo>
                <a:lnTo>
                  <a:pt x="31224" y="38811"/>
                </a:lnTo>
                <a:lnTo>
                  <a:pt x="47853" y="0"/>
                </a:lnTo>
                <a:lnTo>
                  <a:pt x="264789" y="107334"/>
                </a:lnTo>
                <a:lnTo>
                  <a:pt x="257252" y="125782"/>
                </a:lnTo>
                <a:lnTo>
                  <a:pt x="250911" y="144885"/>
                </a:lnTo>
                <a:lnTo>
                  <a:pt x="245767" y="164583"/>
                </a:lnTo>
                <a:lnTo>
                  <a:pt x="241819" y="184818"/>
                </a:lnTo>
                <a:close/>
              </a:path>
            </a:pathLst>
          </a:custGeom>
          <a:solidFill>
            <a:srgbClr val="1795D3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12688760" y="8249560"/>
            <a:ext cx="610754" cy="452669"/>
            <a:chOff x="14944080" y="7812562"/>
            <a:chExt cx="610870" cy="452755"/>
          </a:xfrm>
        </p:grpSpPr>
        <p:sp>
          <p:nvSpPr>
            <p:cNvPr id="97" name="object 97"/>
            <p:cNvSpPr/>
            <p:nvPr/>
          </p:nvSpPr>
          <p:spPr>
            <a:xfrm>
              <a:off x="15104869" y="7984043"/>
              <a:ext cx="201295" cy="267335"/>
            </a:xfrm>
            <a:custGeom>
              <a:avLst/>
              <a:gdLst/>
              <a:ahLst/>
              <a:cxnLst/>
              <a:rect l="l" t="t" r="r" b="b"/>
              <a:pathLst>
                <a:path w="201294" h="267334">
                  <a:moveTo>
                    <a:pt x="44663" y="266747"/>
                  </a:moveTo>
                  <a:lnTo>
                    <a:pt x="0" y="29850"/>
                  </a:lnTo>
                  <a:lnTo>
                    <a:pt x="19370" y="24293"/>
                  </a:lnTo>
                  <a:lnTo>
                    <a:pt x="38203" y="17306"/>
                  </a:lnTo>
                  <a:lnTo>
                    <a:pt x="56437" y="9129"/>
                  </a:lnTo>
                  <a:lnTo>
                    <a:pt x="74013" y="0"/>
                  </a:lnTo>
                  <a:lnTo>
                    <a:pt x="200984" y="205141"/>
                  </a:lnTo>
                  <a:lnTo>
                    <a:pt x="164177" y="224859"/>
                  </a:lnTo>
                  <a:lnTo>
                    <a:pt x="125695" y="241898"/>
                  </a:lnTo>
                  <a:lnTo>
                    <a:pt x="85777" y="255960"/>
                  </a:lnTo>
                  <a:lnTo>
                    <a:pt x="44663" y="266747"/>
                  </a:lnTo>
                  <a:close/>
                </a:path>
              </a:pathLst>
            </a:custGeom>
            <a:solidFill>
              <a:srgbClr val="A21B43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5287987" y="7812562"/>
              <a:ext cx="266700" cy="215265"/>
            </a:xfrm>
            <a:custGeom>
              <a:avLst/>
              <a:gdLst/>
              <a:ahLst/>
              <a:cxnLst/>
              <a:rect l="l" t="t" r="r" b="b"/>
              <a:pathLst>
                <a:path w="266700" h="215265">
                  <a:moveTo>
                    <a:pt x="193327" y="214668"/>
                  </a:moveTo>
                  <a:lnTo>
                    <a:pt x="0" y="69227"/>
                  </a:lnTo>
                  <a:lnTo>
                    <a:pt x="10039" y="52783"/>
                  </a:lnTo>
                  <a:lnTo>
                    <a:pt x="19061" y="35804"/>
                  </a:lnTo>
                  <a:lnTo>
                    <a:pt x="27007" y="18229"/>
                  </a:lnTo>
                  <a:lnTo>
                    <a:pt x="33816" y="0"/>
                  </a:lnTo>
                  <a:lnTo>
                    <a:pt x="266703" y="66686"/>
                  </a:lnTo>
                  <a:lnTo>
                    <a:pt x="252367" y="105974"/>
                  </a:lnTo>
                  <a:lnTo>
                    <a:pt x="235279" y="143773"/>
                  </a:lnTo>
                  <a:lnTo>
                    <a:pt x="215559" y="180024"/>
                  </a:lnTo>
                  <a:lnTo>
                    <a:pt x="193327" y="214668"/>
                  </a:lnTo>
                  <a:close/>
                </a:path>
              </a:pathLst>
            </a:custGeom>
            <a:solidFill>
              <a:srgbClr val="2DBBDF"/>
            </a:solidFill>
          </p:spPr>
          <p:txBody>
            <a:bodyPr wrap="square" lIns="0" tIns="0" rIns="0" bIns="0" rtlCol="0"/>
            <a:lstStyle/>
            <a:p>
              <a:pPr defTabSz="914206">
                <a:defRPr/>
              </a:pPr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944080" y="8020879"/>
              <a:ext cx="170996" cy="243883"/>
            </a:xfrm>
            <a:prstGeom prst="rect">
              <a:avLst/>
            </a:prstGeom>
          </p:spPr>
        </p:pic>
      </p:grpSp>
      <p:sp>
        <p:nvSpPr>
          <p:cNvPr id="100" name="object 100"/>
          <p:cNvSpPr/>
          <p:nvPr/>
        </p:nvSpPr>
        <p:spPr>
          <a:xfrm>
            <a:off x="12789550" y="7597422"/>
            <a:ext cx="164434" cy="256491"/>
          </a:xfrm>
          <a:custGeom>
            <a:avLst/>
            <a:gdLst/>
            <a:ahLst/>
            <a:cxnLst/>
            <a:rect l="l" t="t" r="r" b="b"/>
            <a:pathLst>
              <a:path w="164465" h="256540">
                <a:moveTo>
                  <a:pt x="77203" y="255950"/>
                </a:moveTo>
                <a:lnTo>
                  <a:pt x="58680" y="250721"/>
                </a:lnTo>
                <a:lnTo>
                  <a:pt x="39558" y="246503"/>
                </a:lnTo>
                <a:lnTo>
                  <a:pt x="19958" y="243357"/>
                </a:lnTo>
                <a:lnTo>
                  <a:pt x="0" y="241343"/>
                </a:lnTo>
                <a:lnTo>
                  <a:pt x="0" y="0"/>
                </a:lnTo>
                <a:lnTo>
                  <a:pt x="42669" y="3076"/>
                </a:lnTo>
                <a:lnTo>
                  <a:pt x="84381" y="9367"/>
                </a:lnTo>
                <a:lnTo>
                  <a:pt x="124897" y="18755"/>
                </a:lnTo>
                <a:lnTo>
                  <a:pt x="163977" y="31120"/>
                </a:lnTo>
                <a:lnTo>
                  <a:pt x="77203" y="255950"/>
                </a:lnTo>
                <a:close/>
              </a:path>
            </a:pathLst>
          </a:custGeom>
          <a:solidFill>
            <a:srgbClr val="E6233B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12494827" y="8424183"/>
            <a:ext cx="204431" cy="266650"/>
          </a:xfrm>
          <a:custGeom>
            <a:avLst/>
            <a:gdLst/>
            <a:ahLst/>
            <a:cxnLst/>
            <a:rect l="l" t="t" r="r" b="b"/>
            <a:pathLst>
              <a:path w="204469" h="266700">
                <a:moveTo>
                  <a:pt x="159511" y="266112"/>
                </a:moveTo>
                <a:lnTo>
                  <a:pt x="117540" y="255424"/>
                </a:lnTo>
                <a:lnTo>
                  <a:pt x="76884" y="241581"/>
                </a:lnTo>
                <a:lnTo>
                  <a:pt x="37664" y="224760"/>
                </a:lnTo>
                <a:lnTo>
                  <a:pt x="0" y="205141"/>
                </a:lnTo>
                <a:lnTo>
                  <a:pt x="127609" y="0"/>
                </a:lnTo>
                <a:lnTo>
                  <a:pt x="145673" y="9298"/>
                </a:lnTo>
                <a:lnTo>
                  <a:pt x="164456" y="17227"/>
                </a:lnTo>
                <a:lnTo>
                  <a:pt x="183956" y="23846"/>
                </a:lnTo>
                <a:lnTo>
                  <a:pt x="204174" y="29215"/>
                </a:lnTo>
                <a:lnTo>
                  <a:pt x="159511" y="266112"/>
                </a:lnTo>
                <a:close/>
              </a:path>
            </a:pathLst>
          </a:custGeom>
          <a:solidFill>
            <a:srgbClr val="DE1768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2588601" y="7597422"/>
            <a:ext cx="166973" cy="255855"/>
          </a:xfrm>
          <a:custGeom>
            <a:avLst/>
            <a:gdLst/>
            <a:ahLst/>
            <a:cxnLst/>
            <a:rect l="l" t="t" r="r" b="b"/>
            <a:pathLst>
              <a:path w="167005" h="255904">
                <a:moveTo>
                  <a:pt x="87412" y="255315"/>
                </a:moveTo>
                <a:lnTo>
                  <a:pt x="0" y="30485"/>
                </a:lnTo>
                <a:lnTo>
                  <a:pt x="39927" y="18130"/>
                </a:lnTo>
                <a:lnTo>
                  <a:pt x="81111" y="8812"/>
                </a:lnTo>
                <a:lnTo>
                  <a:pt x="123372" y="2709"/>
                </a:lnTo>
                <a:lnTo>
                  <a:pt x="166529" y="0"/>
                </a:lnTo>
                <a:lnTo>
                  <a:pt x="166529" y="241343"/>
                </a:lnTo>
                <a:lnTo>
                  <a:pt x="146092" y="242990"/>
                </a:lnTo>
                <a:lnTo>
                  <a:pt x="126014" y="245947"/>
                </a:lnTo>
                <a:lnTo>
                  <a:pt x="106414" y="250095"/>
                </a:lnTo>
                <a:lnTo>
                  <a:pt x="87412" y="255315"/>
                </a:lnTo>
                <a:close/>
              </a:path>
            </a:pathLst>
          </a:custGeom>
          <a:solidFill>
            <a:srgbClr val="1A486A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2240930" y="8250195"/>
            <a:ext cx="270459" cy="220303"/>
          </a:xfrm>
          <a:custGeom>
            <a:avLst/>
            <a:gdLst/>
            <a:ahLst/>
            <a:cxnLst/>
            <a:rect l="l" t="t" r="r" b="b"/>
            <a:pathLst>
              <a:path w="270509" h="220345">
                <a:moveTo>
                  <a:pt x="77203" y="219749"/>
                </a:moveTo>
                <a:lnTo>
                  <a:pt x="53655" y="184044"/>
                </a:lnTo>
                <a:lnTo>
                  <a:pt x="32859" y="146552"/>
                </a:lnTo>
                <a:lnTo>
                  <a:pt x="14934" y="107393"/>
                </a:lnTo>
                <a:lnTo>
                  <a:pt x="0" y="66686"/>
                </a:lnTo>
                <a:lnTo>
                  <a:pt x="232886" y="0"/>
                </a:lnTo>
                <a:lnTo>
                  <a:pt x="240284" y="19281"/>
                </a:lnTo>
                <a:lnTo>
                  <a:pt x="248997" y="38027"/>
                </a:lnTo>
                <a:lnTo>
                  <a:pt x="258907" y="56177"/>
                </a:lnTo>
                <a:lnTo>
                  <a:pt x="269893" y="73673"/>
                </a:lnTo>
                <a:lnTo>
                  <a:pt x="77203" y="219749"/>
                </a:lnTo>
                <a:close/>
              </a:path>
            </a:pathLst>
          </a:custGeom>
          <a:solidFill>
            <a:srgbClr val="C89A2C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2412532" y="7639967"/>
            <a:ext cx="230460" cy="266015"/>
          </a:xfrm>
          <a:custGeom>
            <a:avLst/>
            <a:gdLst/>
            <a:ahLst/>
            <a:cxnLst/>
            <a:rect l="l" t="t" r="r" b="b"/>
            <a:pathLst>
              <a:path w="230505" h="266065">
                <a:moveTo>
                  <a:pt x="163339" y="265477"/>
                </a:moveTo>
                <a:lnTo>
                  <a:pt x="0" y="87010"/>
                </a:lnTo>
                <a:lnTo>
                  <a:pt x="33008" y="61447"/>
                </a:lnTo>
                <a:lnTo>
                  <a:pt x="67872" y="38265"/>
                </a:lnTo>
                <a:lnTo>
                  <a:pt x="104529" y="17703"/>
                </a:lnTo>
                <a:lnTo>
                  <a:pt x="142922" y="0"/>
                </a:lnTo>
                <a:lnTo>
                  <a:pt x="230334" y="224830"/>
                </a:lnTo>
                <a:lnTo>
                  <a:pt x="212509" y="233503"/>
                </a:lnTo>
                <a:lnTo>
                  <a:pt x="195401" y="243248"/>
                </a:lnTo>
                <a:lnTo>
                  <a:pt x="179011" y="253946"/>
                </a:lnTo>
                <a:lnTo>
                  <a:pt x="163339" y="265477"/>
                </a:lnTo>
                <a:close/>
              </a:path>
            </a:pathLst>
          </a:custGeom>
          <a:solidFill>
            <a:srgbClr val="02699E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4156611" y="7958100"/>
            <a:ext cx="1170717" cy="383467"/>
          </a:xfrm>
          <a:custGeom>
            <a:avLst/>
            <a:gdLst/>
            <a:ahLst/>
            <a:cxnLst/>
            <a:rect l="l" t="t" r="r" b="b"/>
            <a:pathLst>
              <a:path w="1170940" h="383540">
                <a:moveTo>
                  <a:pt x="185674" y="94005"/>
                </a:moveTo>
                <a:lnTo>
                  <a:pt x="181381" y="56007"/>
                </a:lnTo>
                <a:lnTo>
                  <a:pt x="138836" y="6921"/>
                </a:lnTo>
                <a:lnTo>
                  <a:pt x="95072" y="0"/>
                </a:lnTo>
                <a:lnTo>
                  <a:pt x="51955" y="7569"/>
                </a:lnTo>
                <a:lnTo>
                  <a:pt x="22415" y="28587"/>
                </a:lnTo>
                <a:lnTo>
                  <a:pt x="5435" y="60553"/>
                </a:lnTo>
                <a:lnTo>
                  <a:pt x="0" y="100990"/>
                </a:lnTo>
                <a:lnTo>
                  <a:pt x="0" y="281990"/>
                </a:lnTo>
                <a:lnTo>
                  <a:pt x="4737" y="322160"/>
                </a:lnTo>
                <a:lnTo>
                  <a:pt x="19215" y="354164"/>
                </a:lnTo>
                <a:lnTo>
                  <a:pt x="43878" y="375323"/>
                </a:lnTo>
                <a:lnTo>
                  <a:pt x="79121" y="382981"/>
                </a:lnTo>
                <a:lnTo>
                  <a:pt x="101955" y="379857"/>
                </a:lnTo>
                <a:lnTo>
                  <a:pt x="119227" y="370916"/>
                </a:lnTo>
                <a:lnTo>
                  <a:pt x="131610" y="356717"/>
                </a:lnTo>
                <a:lnTo>
                  <a:pt x="139725" y="337883"/>
                </a:lnTo>
                <a:lnTo>
                  <a:pt x="139725" y="379171"/>
                </a:lnTo>
                <a:lnTo>
                  <a:pt x="185026" y="379171"/>
                </a:lnTo>
                <a:lnTo>
                  <a:pt x="185026" y="337883"/>
                </a:lnTo>
                <a:lnTo>
                  <a:pt x="185026" y="330898"/>
                </a:lnTo>
                <a:lnTo>
                  <a:pt x="185026" y="179108"/>
                </a:lnTo>
                <a:lnTo>
                  <a:pt x="95707" y="179108"/>
                </a:lnTo>
                <a:lnTo>
                  <a:pt x="95707" y="228650"/>
                </a:lnTo>
                <a:lnTo>
                  <a:pt x="125691" y="228650"/>
                </a:lnTo>
                <a:lnTo>
                  <a:pt x="125691" y="295325"/>
                </a:lnTo>
                <a:lnTo>
                  <a:pt x="123685" y="311073"/>
                </a:lnTo>
                <a:lnTo>
                  <a:pt x="117729" y="322160"/>
                </a:lnTo>
                <a:lnTo>
                  <a:pt x="107924" y="328739"/>
                </a:lnTo>
                <a:lnTo>
                  <a:pt x="94424" y="330898"/>
                </a:lnTo>
                <a:lnTo>
                  <a:pt x="80391" y="328053"/>
                </a:lnTo>
                <a:lnTo>
                  <a:pt x="70662" y="320103"/>
                </a:lnTo>
                <a:lnTo>
                  <a:pt x="64998" y="307860"/>
                </a:lnTo>
                <a:lnTo>
                  <a:pt x="63169" y="292150"/>
                </a:lnTo>
                <a:lnTo>
                  <a:pt x="63169" y="91465"/>
                </a:lnTo>
                <a:lnTo>
                  <a:pt x="65024" y="75755"/>
                </a:lnTo>
                <a:lnTo>
                  <a:pt x="70827" y="63512"/>
                </a:lnTo>
                <a:lnTo>
                  <a:pt x="80937" y="55562"/>
                </a:lnTo>
                <a:lnTo>
                  <a:pt x="95707" y="52717"/>
                </a:lnTo>
                <a:lnTo>
                  <a:pt x="110375" y="55067"/>
                </a:lnTo>
                <a:lnTo>
                  <a:pt x="120269" y="62001"/>
                </a:lnTo>
                <a:lnTo>
                  <a:pt x="125857" y="73355"/>
                </a:lnTo>
                <a:lnTo>
                  <a:pt x="127609" y="88925"/>
                </a:lnTo>
                <a:lnTo>
                  <a:pt x="127609" y="127025"/>
                </a:lnTo>
                <a:lnTo>
                  <a:pt x="185674" y="127025"/>
                </a:lnTo>
                <a:lnTo>
                  <a:pt x="185674" y="94005"/>
                </a:lnTo>
                <a:close/>
              </a:path>
              <a:path w="1170940" h="383540">
                <a:moveTo>
                  <a:pt x="354749" y="327558"/>
                </a:moveTo>
                <a:lnTo>
                  <a:pt x="279463" y="327558"/>
                </a:lnTo>
                <a:lnTo>
                  <a:pt x="279463" y="4445"/>
                </a:lnTo>
                <a:lnTo>
                  <a:pt x="215658" y="4445"/>
                </a:lnTo>
                <a:lnTo>
                  <a:pt x="215658" y="327558"/>
                </a:lnTo>
                <a:lnTo>
                  <a:pt x="215658" y="379501"/>
                </a:lnTo>
                <a:lnTo>
                  <a:pt x="354749" y="379501"/>
                </a:lnTo>
                <a:lnTo>
                  <a:pt x="354749" y="327558"/>
                </a:lnTo>
                <a:close/>
              </a:path>
              <a:path w="1170940" h="383540">
                <a:moveTo>
                  <a:pt x="567220" y="100990"/>
                </a:moveTo>
                <a:lnTo>
                  <a:pt x="561581" y="60553"/>
                </a:lnTo>
                <a:lnTo>
                  <a:pt x="514184" y="7569"/>
                </a:lnTo>
                <a:lnTo>
                  <a:pt x="503415" y="5689"/>
                </a:lnTo>
                <a:lnTo>
                  <a:pt x="503415" y="91465"/>
                </a:lnTo>
                <a:lnTo>
                  <a:pt x="503415" y="292150"/>
                </a:lnTo>
                <a:lnTo>
                  <a:pt x="501548" y="307860"/>
                </a:lnTo>
                <a:lnTo>
                  <a:pt x="495681" y="320103"/>
                </a:lnTo>
                <a:lnTo>
                  <a:pt x="485381" y="328053"/>
                </a:lnTo>
                <a:lnTo>
                  <a:pt x="470230" y="330898"/>
                </a:lnTo>
                <a:lnTo>
                  <a:pt x="455726" y="328053"/>
                </a:lnTo>
                <a:lnTo>
                  <a:pt x="445592" y="320103"/>
                </a:lnTo>
                <a:lnTo>
                  <a:pt x="439635" y="307860"/>
                </a:lnTo>
                <a:lnTo>
                  <a:pt x="437692" y="292150"/>
                </a:lnTo>
                <a:lnTo>
                  <a:pt x="437692" y="91465"/>
                </a:lnTo>
                <a:lnTo>
                  <a:pt x="439635" y="75755"/>
                </a:lnTo>
                <a:lnTo>
                  <a:pt x="445592" y="63512"/>
                </a:lnTo>
                <a:lnTo>
                  <a:pt x="455726" y="55562"/>
                </a:lnTo>
                <a:lnTo>
                  <a:pt x="470230" y="52717"/>
                </a:lnTo>
                <a:lnTo>
                  <a:pt x="485114" y="55562"/>
                </a:lnTo>
                <a:lnTo>
                  <a:pt x="495439" y="63512"/>
                </a:lnTo>
                <a:lnTo>
                  <a:pt x="501459" y="75755"/>
                </a:lnTo>
                <a:lnTo>
                  <a:pt x="503415" y="91465"/>
                </a:lnTo>
                <a:lnTo>
                  <a:pt x="503415" y="5689"/>
                </a:lnTo>
                <a:lnTo>
                  <a:pt x="427659" y="7569"/>
                </a:lnTo>
                <a:lnTo>
                  <a:pt x="380695" y="60553"/>
                </a:lnTo>
                <a:lnTo>
                  <a:pt x="375170" y="100990"/>
                </a:lnTo>
                <a:lnTo>
                  <a:pt x="375170" y="282625"/>
                </a:lnTo>
                <a:lnTo>
                  <a:pt x="380695" y="322783"/>
                </a:lnTo>
                <a:lnTo>
                  <a:pt x="397891" y="354711"/>
                </a:lnTo>
                <a:lnTo>
                  <a:pt x="427659" y="375691"/>
                </a:lnTo>
                <a:lnTo>
                  <a:pt x="470877" y="382981"/>
                </a:lnTo>
                <a:lnTo>
                  <a:pt x="514464" y="375323"/>
                </a:lnTo>
                <a:lnTo>
                  <a:pt x="544410" y="354164"/>
                </a:lnTo>
                <a:lnTo>
                  <a:pt x="556958" y="330898"/>
                </a:lnTo>
                <a:lnTo>
                  <a:pt x="561670" y="322160"/>
                </a:lnTo>
                <a:lnTo>
                  <a:pt x="567131" y="282625"/>
                </a:lnTo>
                <a:lnTo>
                  <a:pt x="567220" y="100990"/>
                </a:lnTo>
                <a:close/>
              </a:path>
              <a:path w="1170940" h="383540">
                <a:moveTo>
                  <a:pt x="782878" y="246430"/>
                </a:moveTo>
                <a:lnTo>
                  <a:pt x="771232" y="205066"/>
                </a:lnTo>
                <a:lnTo>
                  <a:pt x="735660" y="184188"/>
                </a:lnTo>
                <a:lnTo>
                  <a:pt x="752576" y="175844"/>
                </a:lnTo>
                <a:lnTo>
                  <a:pt x="764298" y="163144"/>
                </a:lnTo>
                <a:lnTo>
                  <a:pt x="764514" y="162598"/>
                </a:lnTo>
                <a:lnTo>
                  <a:pt x="771105" y="146050"/>
                </a:lnTo>
                <a:lnTo>
                  <a:pt x="773303" y="124485"/>
                </a:lnTo>
                <a:lnTo>
                  <a:pt x="773303" y="86385"/>
                </a:lnTo>
                <a:lnTo>
                  <a:pt x="769581" y="55892"/>
                </a:lnTo>
                <a:lnTo>
                  <a:pt x="769035" y="51333"/>
                </a:lnTo>
                <a:lnTo>
                  <a:pt x="754888" y="25641"/>
                </a:lnTo>
                <a:lnTo>
                  <a:pt x="728891" y="9842"/>
                </a:lnTo>
                <a:lnTo>
                  <a:pt x="720344" y="8686"/>
                </a:lnTo>
                <a:lnTo>
                  <a:pt x="720344" y="240080"/>
                </a:lnTo>
                <a:lnTo>
                  <a:pt x="720344" y="296595"/>
                </a:lnTo>
                <a:lnTo>
                  <a:pt x="718426" y="309676"/>
                </a:lnTo>
                <a:lnTo>
                  <a:pt x="712609" y="319227"/>
                </a:lnTo>
                <a:lnTo>
                  <a:pt x="702856" y="325094"/>
                </a:lnTo>
                <a:lnTo>
                  <a:pt x="689089" y="327088"/>
                </a:lnTo>
                <a:lnTo>
                  <a:pt x="661009" y="327088"/>
                </a:lnTo>
                <a:lnTo>
                  <a:pt x="661009" y="209588"/>
                </a:lnTo>
                <a:lnTo>
                  <a:pt x="688441" y="209588"/>
                </a:lnTo>
                <a:lnTo>
                  <a:pt x="702856" y="211582"/>
                </a:lnTo>
                <a:lnTo>
                  <a:pt x="712774" y="217449"/>
                </a:lnTo>
                <a:lnTo>
                  <a:pt x="718502" y="227012"/>
                </a:lnTo>
                <a:lnTo>
                  <a:pt x="720344" y="240080"/>
                </a:lnTo>
                <a:lnTo>
                  <a:pt x="720344" y="8686"/>
                </a:lnTo>
                <a:lnTo>
                  <a:pt x="713333" y="7734"/>
                </a:lnTo>
                <a:lnTo>
                  <a:pt x="713333" y="86385"/>
                </a:lnTo>
                <a:lnTo>
                  <a:pt x="713333" y="132105"/>
                </a:lnTo>
                <a:lnTo>
                  <a:pt x="711517" y="145173"/>
                </a:lnTo>
                <a:lnTo>
                  <a:pt x="705993" y="154736"/>
                </a:lnTo>
                <a:lnTo>
                  <a:pt x="696645" y="160604"/>
                </a:lnTo>
                <a:lnTo>
                  <a:pt x="683336" y="162598"/>
                </a:lnTo>
                <a:lnTo>
                  <a:pt x="661009" y="162598"/>
                </a:lnTo>
                <a:lnTo>
                  <a:pt x="661009" y="55892"/>
                </a:lnTo>
                <a:lnTo>
                  <a:pt x="682701" y="55892"/>
                </a:lnTo>
                <a:lnTo>
                  <a:pt x="696366" y="57797"/>
                </a:lnTo>
                <a:lnTo>
                  <a:pt x="705916" y="63512"/>
                </a:lnTo>
                <a:lnTo>
                  <a:pt x="711504" y="73037"/>
                </a:lnTo>
                <a:lnTo>
                  <a:pt x="713333" y="86385"/>
                </a:lnTo>
                <a:lnTo>
                  <a:pt x="713333" y="7734"/>
                </a:lnTo>
                <a:lnTo>
                  <a:pt x="689089" y="4445"/>
                </a:lnTo>
                <a:lnTo>
                  <a:pt x="597204" y="4445"/>
                </a:lnTo>
                <a:lnTo>
                  <a:pt x="597204" y="378536"/>
                </a:lnTo>
                <a:lnTo>
                  <a:pt x="695464" y="378536"/>
                </a:lnTo>
                <a:lnTo>
                  <a:pt x="736041" y="373049"/>
                </a:lnTo>
                <a:lnTo>
                  <a:pt x="763092" y="357022"/>
                </a:lnTo>
                <a:lnTo>
                  <a:pt x="778192" y="331101"/>
                </a:lnTo>
                <a:lnTo>
                  <a:pt x="778725" y="327088"/>
                </a:lnTo>
                <a:lnTo>
                  <a:pt x="782789" y="296595"/>
                </a:lnTo>
                <a:lnTo>
                  <a:pt x="782878" y="246430"/>
                </a:lnTo>
                <a:close/>
              </a:path>
              <a:path w="1170940" h="383540">
                <a:moveTo>
                  <a:pt x="1010653" y="379171"/>
                </a:moveTo>
                <a:lnTo>
                  <a:pt x="997559" y="310578"/>
                </a:lnTo>
                <a:lnTo>
                  <a:pt x="987971" y="260400"/>
                </a:lnTo>
                <a:lnTo>
                  <a:pt x="959332" y="110515"/>
                </a:lnTo>
                <a:lnTo>
                  <a:pt x="939190" y="5080"/>
                </a:lnTo>
                <a:lnTo>
                  <a:pt x="926439" y="5080"/>
                </a:lnTo>
                <a:lnTo>
                  <a:pt x="926439" y="260400"/>
                </a:lnTo>
                <a:lnTo>
                  <a:pt x="876033" y="260400"/>
                </a:lnTo>
                <a:lnTo>
                  <a:pt x="900912" y="110515"/>
                </a:lnTo>
                <a:lnTo>
                  <a:pt x="901547" y="110515"/>
                </a:lnTo>
                <a:lnTo>
                  <a:pt x="926439" y="260400"/>
                </a:lnTo>
                <a:lnTo>
                  <a:pt x="926439" y="5080"/>
                </a:lnTo>
                <a:lnTo>
                  <a:pt x="867092" y="5080"/>
                </a:lnTo>
                <a:lnTo>
                  <a:pt x="796277" y="379171"/>
                </a:lnTo>
                <a:lnTo>
                  <a:pt x="856246" y="379171"/>
                </a:lnTo>
                <a:lnTo>
                  <a:pt x="867092" y="310578"/>
                </a:lnTo>
                <a:lnTo>
                  <a:pt x="934097" y="310578"/>
                </a:lnTo>
                <a:lnTo>
                  <a:pt x="945578" y="379171"/>
                </a:lnTo>
                <a:lnTo>
                  <a:pt x="1010653" y="379171"/>
                </a:lnTo>
                <a:close/>
              </a:path>
              <a:path w="1170940" h="383540">
                <a:moveTo>
                  <a:pt x="1170813" y="327558"/>
                </a:moveTo>
                <a:lnTo>
                  <a:pt x="1095514" y="327558"/>
                </a:lnTo>
                <a:lnTo>
                  <a:pt x="1095514" y="4445"/>
                </a:lnTo>
                <a:lnTo>
                  <a:pt x="1031709" y="4445"/>
                </a:lnTo>
                <a:lnTo>
                  <a:pt x="1031709" y="327558"/>
                </a:lnTo>
                <a:lnTo>
                  <a:pt x="1031709" y="379501"/>
                </a:lnTo>
                <a:lnTo>
                  <a:pt x="1170813" y="379501"/>
                </a:lnTo>
                <a:lnTo>
                  <a:pt x="1170813" y="327558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5403744" y="7958101"/>
            <a:ext cx="992316" cy="384736"/>
          </a:xfrm>
          <a:custGeom>
            <a:avLst/>
            <a:gdLst/>
            <a:ahLst/>
            <a:cxnLst/>
            <a:rect l="l" t="t" r="r" b="b"/>
            <a:pathLst>
              <a:path w="992505" h="384809">
                <a:moveTo>
                  <a:pt x="185674" y="94005"/>
                </a:moveTo>
                <a:lnTo>
                  <a:pt x="181381" y="56007"/>
                </a:lnTo>
                <a:lnTo>
                  <a:pt x="138836" y="6921"/>
                </a:lnTo>
                <a:lnTo>
                  <a:pt x="95072" y="0"/>
                </a:lnTo>
                <a:lnTo>
                  <a:pt x="51955" y="7569"/>
                </a:lnTo>
                <a:lnTo>
                  <a:pt x="22415" y="28587"/>
                </a:lnTo>
                <a:lnTo>
                  <a:pt x="5435" y="60553"/>
                </a:lnTo>
                <a:lnTo>
                  <a:pt x="0" y="100990"/>
                </a:lnTo>
                <a:lnTo>
                  <a:pt x="0" y="281990"/>
                </a:lnTo>
                <a:lnTo>
                  <a:pt x="4737" y="322160"/>
                </a:lnTo>
                <a:lnTo>
                  <a:pt x="19227" y="354164"/>
                </a:lnTo>
                <a:lnTo>
                  <a:pt x="43878" y="375323"/>
                </a:lnTo>
                <a:lnTo>
                  <a:pt x="79121" y="382981"/>
                </a:lnTo>
                <a:lnTo>
                  <a:pt x="101955" y="379857"/>
                </a:lnTo>
                <a:lnTo>
                  <a:pt x="119240" y="370916"/>
                </a:lnTo>
                <a:lnTo>
                  <a:pt x="131610" y="356717"/>
                </a:lnTo>
                <a:lnTo>
                  <a:pt x="139738" y="337883"/>
                </a:lnTo>
                <a:lnTo>
                  <a:pt x="139738" y="379171"/>
                </a:lnTo>
                <a:lnTo>
                  <a:pt x="185039" y="379171"/>
                </a:lnTo>
                <a:lnTo>
                  <a:pt x="185039" y="337883"/>
                </a:lnTo>
                <a:lnTo>
                  <a:pt x="185039" y="330898"/>
                </a:lnTo>
                <a:lnTo>
                  <a:pt x="185039" y="179108"/>
                </a:lnTo>
                <a:lnTo>
                  <a:pt x="95707" y="179108"/>
                </a:lnTo>
                <a:lnTo>
                  <a:pt x="95707" y="228650"/>
                </a:lnTo>
                <a:lnTo>
                  <a:pt x="125691" y="228650"/>
                </a:lnTo>
                <a:lnTo>
                  <a:pt x="125691" y="295325"/>
                </a:lnTo>
                <a:lnTo>
                  <a:pt x="123685" y="311073"/>
                </a:lnTo>
                <a:lnTo>
                  <a:pt x="117729" y="322160"/>
                </a:lnTo>
                <a:lnTo>
                  <a:pt x="107937" y="328739"/>
                </a:lnTo>
                <a:lnTo>
                  <a:pt x="94437" y="330898"/>
                </a:lnTo>
                <a:lnTo>
                  <a:pt x="80391" y="328053"/>
                </a:lnTo>
                <a:lnTo>
                  <a:pt x="70662" y="320103"/>
                </a:lnTo>
                <a:lnTo>
                  <a:pt x="64998" y="307860"/>
                </a:lnTo>
                <a:lnTo>
                  <a:pt x="63169" y="292150"/>
                </a:lnTo>
                <a:lnTo>
                  <a:pt x="63169" y="91465"/>
                </a:lnTo>
                <a:lnTo>
                  <a:pt x="65024" y="75755"/>
                </a:lnTo>
                <a:lnTo>
                  <a:pt x="70827" y="63512"/>
                </a:lnTo>
                <a:lnTo>
                  <a:pt x="80937" y="55562"/>
                </a:lnTo>
                <a:lnTo>
                  <a:pt x="95707" y="52717"/>
                </a:lnTo>
                <a:lnTo>
                  <a:pt x="110388" y="55067"/>
                </a:lnTo>
                <a:lnTo>
                  <a:pt x="120269" y="62001"/>
                </a:lnTo>
                <a:lnTo>
                  <a:pt x="125857" y="73355"/>
                </a:lnTo>
                <a:lnTo>
                  <a:pt x="127609" y="88925"/>
                </a:lnTo>
                <a:lnTo>
                  <a:pt x="127609" y="127025"/>
                </a:lnTo>
                <a:lnTo>
                  <a:pt x="185674" y="127025"/>
                </a:lnTo>
                <a:lnTo>
                  <a:pt x="185674" y="94005"/>
                </a:lnTo>
                <a:close/>
              </a:path>
              <a:path w="992505" h="384809">
                <a:moveTo>
                  <a:pt x="407708" y="100990"/>
                </a:moveTo>
                <a:lnTo>
                  <a:pt x="402082" y="60553"/>
                </a:lnTo>
                <a:lnTo>
                  <a:pt x="354685" y="7569"/>
                </a:lnTo>
                <a:lnTo>
                  <a:pt x="343903" y="5689"/>
                </a:lnTo>
                <a:lnTo>
                  <a:pt x="343903" y="91465"/>
                </a:lnTo>
                <a:lnTo>
                  <a:pt x="343903" y="292150"/>
                </a:lnTo>
                <a:lnTo>
                  <a:pt x="341960" y="307860"/>
                </a:lnTo>
                <a:lnTo>
                  <a:pt x="336016" y="320103"/>
                </a:lnTo>
                <a:lnTo>
                  <a:pt x="325869" y="328053"/>
                </a:lnTo>
                <a:lnTo>
                  <a:pt x="311365" y="330898"/>
                </a:lnTo>
                <a:lnTo>
                  <a:pt x="296862" y="328053"/>
                </a:lnTo>
                <a:lnTo>
                  <a:pt x="286727" y="320103"/>
                </a:lnTo>
                <a:lnTo>
                  <a:pt x="280771" y="307860"/>
                </a:lnTo>
                <a:lnTo>
                  <a:pt x="278828" y="292150"/>
                </a:lnTo>
                <a:lnTo>
                  <a:pt x="278828" y="91465"/>
                </a:lnTo>
                <a:lnTo>
                  <a:pt x="280771" y="75755"/>
                </a:lnTo>
                <a:lnTo>
                  <a:pt x="286727" y="63512"/>
                </a:lnTo>
                <a:lnTo>
                  <a:pt x="296862" y="55562"/>
                </a:lnTo>
                <a:lnTo>
                  <a:pt x="311365" y="52717"/>
                </a:lnTo>
                <a:lnTo>
                  <a:pt x="325869" y="55562"/>
                </a:lnTo>
                <a:lnTo>
                  <a:pt x="336016" y="63512"/>
                </a:lnTo>
                <a:lnTo>
                  <a:pt x="341960" y="75755"/>
                </a:lnTo>
                <a:lnTo>
                  <a:pt x="343903" y="91465"/>
                </a:lnTo>
                <a:lnTo>
                  <a:pt x="343903" y="5689"/>
                </a:lnTo>
                <a:lnTo>
                  <a:pt x="268147" y="7569"/>
                </a:lnTo>
                <a:lnTo>
                  <a:pt x="221195" y="60553"/>
                </a:lnTo>
                <a:lnTo>
                  <a:pt x="215658" y="100990"/>
                </a:lnTo>
                <a:lnTo>
                  <a:pt x="215658" y="282625"/>
                </a:lnTo>
                <a:lnTo>
                  <a:pt x="221195" y="322783"/>
                </a:lnTo>
                <a:lnTo>
                  <a:pt x="238391" y="354711"/>
                </a:lnTo>
                <a:lnTo>
                  <a:pt x="268147" y="375691"/>
                </a:lnTo>
                <a:lnTo>
                  <a:pt x="311365" y="382981"/>
                </a:lnTo>
                <a:lnTo>
                  <a:pt x="354952" y="375323"/>
                </a:lnTo>
                <a:lnTo>
                  <a:pt x="384898" y="354164"/>
                </a:lnTo>
                <a:lnTo>
                  <a:pt x="397446" y="330898"/>
                </a:lnTo>
                <a:lnTo>
                  <a:pt x="402170" y="322160"/>
                </a:lnTo>
                <a:lnTo>
                  <a:pt x="407619" y="282625"/>
                </a:lnTo>
                <a:lnTo>
                  <a:pt x="407708" y="100990"/>
                </a:lnTo>
                <a:close/>
              </a:path>
              <a:path w="992505" h="384809">
                <a:moveTo>
                  <a:pt x="633577" y="379171"/>
                </a:moveTo>
                <a:lnTo>
                  <a:pt x="620471" y="310578"/>
                </a:lnTo>
                <a:lnTo>
                  <a:pt x="610895" y="260400"/>
                </a:lnTo>
                <a:lnTo>
                  <a:pt x="582256" y="110515"/>
                </a:lnTo>
                <a:lnTo>
                  <a:pt x="562114" y="5080"/>
                </a:lnTo>
                <a:lnTo>
                  <a:pt x="549351" y="5080"/>
                </a:lnTo>
                <a:lnTo>
                  <a:pt x="549351" y="260400"/>
                </a:lnTo>
                <a:lnTo>
                  <a:pt x="498944" y="260400"/>
                </a:lnTo>
                <a:lnTo>
                  <a:pt x="523836" y="110515"/>
                </a:lnTo>
                <a:lnTo>
                  <a:pt x="524471" y="110515"/>
                </a:lnTo>
                <a:lnTo>
                  <a:pt x="549351" y="260400"/>
                </a:lnTo>
                <a:lnTo>
                  <a:pt x="549351" y="5080"/>
                </a:lnTo>
                <a:lnTo>
                  <a:pt x="490016" y="5080"/>
                </a:lnTo>
                <a:lnTo>
                  <a:pt x="419188" y="379171"/>
                </a:lnTo>
                <a:lnTo>
                  <a:pt x="479171" y="379171"/>
                </a:lnTo>
                <a:lnTo>
                  <a:pt x="490016" y="310578"/>
                </a:lnTo>
                <a:lnTo>
                  <a:pt x="557009" y="310578"/>
                </a:lnTo>
                <a:lnTo>
                  <a:pt x="568502" y="379171"/>
                </a:lnTo>
                <a:lnTo>
                  <a:pt x="633577" y="379171"/>
                </a:lnTo>
                <a:close/>
              </a:path>
              <a:path w="992505" h="384809">
                <a:moveTo>
                  <a:pt x="793724" y="327558"/>
                </a:moveTo>
                <a:lnTo>
                  <a:pt x="718439" y="327558"/>
                </a:lnTo>
                <a:lnTo>
                  <a:pt x="718439" y="4445"/>
                </a:lnTo>
                <a:lnTo>
                  <a:pt x="655269" y="4445"/>
                </a:lnTo>
                <a:lnTo>
                  <a:pt x="655269" y="327558"/>
                </a:lnTo>
                <a:lnTo>
                  <a:pt x="655269" y="379501"/>
                </a:lnTo>
                <a:lnTo>
                  <a:pt x="793724" y="379501"/>
                </a:lnTo>
                <a:lnTo>
                  <a:pt x="793724" y="327558"/>
                </a:lnTo>
                <a:close/>
              </a:path>
              <a:path w="992505" h="384809">
                <a:moveTo>
                  <a:pt x="992162" y="278180"/>
                </a:moveTo>
                <a:lnTo>
                  <a:pt x="979551" y="227215"/>
                </a:lnTo>
                <a:lnTo>
                  <a:pt x="941120" y="181013"/>
                </a:lnTo>
                <a:lnTo>
                  <a:pt x="900277" y="140995"/>
                </a:lnTo>
                <a:lnTo>
                  <a:pt x="887793" y="128511"/>
                </a:lnTo>
                <a:lnTo>
                  <a:pt x="878344" y="116789"/>
                </a:lnTo>
                <a:lnTo>
                  <a:pt x="872375" y="104470"/>
                </a:lnTo>
                <a:lnTo>
                  <a:pt x="870292" y="90195"/>
                </a:lnTo>
                <a:lnTo>
                  <a:pt x="870292" y="82562"/>
                </a:lnTo>
                <a:lnTo>
                  <a:pt x="872464" y="68859"/>
                </a:lnTo>
                <a:lnTo>
                  <a:pt x="878586" y="59143"/>
                </a:lnTo>
                <a:lnTo>
                  <a:pt x="888060" y="53365"/>
                </a:lnTo>
                <a:lnTo>
                  <a:pt x="900277" y="51447"/>
                </a:lnTo>
                <a:lnTo>
                  <a:pt x="913307" y="53378"/>
                </a:lnTo>
                <a:lnTo>
                  <a:pt x="922693" y="59232"/>
                </a:lnTo>
                <a:lnTo>
                  <a:pt x="928370" y="69126"/>
                </a:lnTo>
                <a:lnTo>
                  <a:pt x="930262" y="83197"/>
                </a:lnTo>
                <a:lnTo>
                  <a:pt x="930262" y="115595"/>
                </a:lnTo>
                <a:lnTo>
                  <a:pt x="988326" y="115595"/>
                </a:lnTo>
                <a:lnTo>
                  <a:pt x="988326" y="85750"/>
                </a:lnTo>
                <a:lnTo>
                  <a:pt x="983449" y="49669"/>
                </a:lnTo>
                <a:lnTo>
                  <a:pt x="967994" y="22948"/>
                </a:lnTo>
                <a:lnTo>
                  <a:pt x="940689" y="6350"/>
                </a:lnTo>
                <a:lnTo>
                  <a:pt x="900277" y="635"/>
                </a:lnTo>
                <a:lnTo>
                  <a:pt x="860577" y="7023"/>
                </a:lnTo>
                <a:lnTo>
                  <a:pt x="832967" y="24536"/>
                </a:lnTo>
                <a:lnTo>
                  <a:pt x="816838" y="50749"/>
                </a:lnTo>
                <a:lnTo>
                  <a:pt x="811593" y="83197"/>
                </a:lnTo>
                <a:lnTo>
                  <a:pt x="811593" y="95910"/>
                </a:lnTo>
                <a:lnTo>
                  <a:pt x="824433" y="148386"/>
                </a:lnTo>
                <a:lnTo>
                  <a:pt x="864552" y="195618"/>
                </a:lnTo>
                <a:lnTo>
                  <a:pt x="901560" y="232460"/>
                </a:lnTo>
                <a:lnTo>
                  <a:pt x="914019" y="245160"/>
                </a:lnTo>
                <a:lnTo>
                  <a:pt x="922769" y="257378"/>
                </a:lnTo>
                <a:lnTo>
                  <a:pt x="927938" y="270319"/>
                </a:lnTo>
                <a:lnTo>
                  <a:pt x="929627" y="285165"/>
                </a:lnTo>
                <a:lnTo>
                  <a:pt x="929627" y="299783"/>
                </a:lnTo>
                <a:lnTo>
                  <a:pt x="927925" y="313245"/>
                </a:lnTo>
                <a:lnTo>
                  <a:pt x="922693" y="323672"/>
                </a:lnTo>
                <a:lnTo>
                  <a:pt x="913752" y="330415"/>
                </a:lnTo>
                <a:lnTo>
                  <a:pt x="900912" y="332803"/>
                </a:lnTo>
                <a:lnTo>
                  <a:pt x="886879" y="330593"/>
                </a:lnTo>
                <a:lnTo>
                  <a:pt x="877150" y="324154"/>
                </a:lnTo>
                <a:lnTo>
                  <a:pt x="871486" y="313778"/>
                </a:lnTo>
                <a:lnTo>
                  <a:pt x="869657" y="299783"/>
                </a:lnTo>
                <a:lnTo>
                  <a:pt x="869657" y="248335"/>
                </a:lnTo>
                <a:lnTo>
                  <a:pt x="810958" y="248335"/>
                </a:lnTo>
                <a:lnTo>
                  <a:pt x="810958" y="298513"/>
                </a:lnTo>
                <a:lnTo>
                  <a:pt x="815835" y="332447"/>
                </a:lnTo>
                <a:lnTo>
                  <a:pt x="831367" y="359473"/>
                </a:lnTo>
                <a:lnTo>
                  <a:pt x="858862" y="377456"/>
                </a:lnTo>
                <a:lnTo>
                  <a:pt x="899642" y="384251"/>
                </a:lnTo>
                <a:lnTo>
                  <a:pt x="941552" y="377786"/>
                </a:lnTo>
                <a:lnTo>
                  <a:pt x="970305" y="359714"/>
                </a:lnTo>
                <a:lnTo>
                  <a:pt x="986853" y="332003"/>
                </a:lnTo>
                <a:lnTo>
                  <a:pt x="992162" y="296595"/>
                </a:lnTo>
                <a:lnTo>
                  <a:pt x="992162" y="27818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3512933" y="7962544"/>
            <a:ext cx="255855" cy="375214"/>
          </a:xfrm>
          <a:custGeom>
            <a:avLst/>
            <a:gdLst/>
            <a:ahLst/>
            <a:cxnLst/>
            <a:rect l="l" t="t" r="r" b="b"/>
            <a:pathLst>
              <a:path w="255905" h="375284">
                <a:moveTo>
                  <a:pt x="168440" y="0"/>
                </a:moveTo>
                <a:lnTo>
                  <a:pt x="0" y="0"/>
                </a:lnTo>
                <a:lnTo>
                  <a:pt x="0" y="51955"/>
                </a:lnTo>
                <a:lnTo>
                  <a:pt x="52311" y="51955"/>
                </a:lnTo>
                <a:lnTo>
                  <a:pt x="52311" y="375056"/>
                </a:lnTo>
                <a:lnTo>
                  <a:pt x="116116" y="375056"/>
                </a:lnTo>
                <a:lnTo>
                  <a:pt x="116116" y="51955"/>
                </a:lnTo>
                <a:lnTo>
                  <a:pt x="168440" y="51955"/>
                </a:lnTo>
                <a:lnTo>
                  <a:pt x="168440" y="0"/>
                </a:lnTo>
                <a:close/>
              </a:path>
              <a:path w="255905" h="375284">
                <a:moveTo>
                  <a:pt x="255854" y="520"/>
                </a:moveTo>
                <a:lnTo>
                  <a:pt x="192684" y="520"/>
                </a:lnTo>
                <a:lnTo>
                  <a:pt x="192684" y="158915"/>
                </a:lnTo>
                <a:lnTo>
                  <a:pt x="255854" y="158915"/>
                </a:lnTo>
                <a:lnTo>
                  <a:pt x="255854" y="52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3705580" y="7962544"/>
            <a:ext cx="370135" cy="375214"/>
          </a:xfrm>
          <a:custGeom>
            <a:avLst/>
            <a:gdLst/>
            <a:ahLst/>
            <a:cxnLst/>
            <a:rect l="l" t="t" r="r" b="b"/>
            <a:pathLst>
              <a:path w="370205" h="375284">
                <a:moveTo>
                  <a:pt x="188226" y="520"/>
                </a:moveTo>
                <a:lnTo>
                  <a:pt x="124421" y="520"/>
                </a:lnTo>
                <a:lnTo>
                  <a:pt x="124421" y="158915"/>
                </a:lnTo>
                <a:lnTo>
                  <a:pt x="0" y="158915"/>
                </a:lnTo>
                <a:lnTo>
                  <a:pt x="0" y="209588"/>
                </a:lnTo>
                <a:lnTo>
                  <a:pt x="0" y="374307"/>
                </a:lnTo>
                <a:lnTo>
                  <a:pt x="63169" y="374307"/>
                </a:lnTo>
                <a:lnTo>
                  <a:pt x="63169" y="209588"/>
                </a:lnTo>
                <a:lnTo>
                  <a:pt x="124421" y="209588"/>
                </a:lnTo>
                <a:lnTo>
                  <a:pt x="124421" y="374307"/>
                </a:lnTo>
                <a:lnTo>
                  <a:pt x="188226" y="374307"/>
                </a:lnTo>
                <a:lnTo>
                  <a:pt x="188226" y="209588"/>
                </a:lnTo>
                <a:lnTo>
                  <a:pt x="188226" y="158915"/>
                </a:lnTo>
                <a:lnTo>
                  <a:pt x="188226" y="520"/>
                </a:lnTo>
                <a:close/>
              </a:path>
              <a:path w="370205" h="375284">
                <a:moveTo>
                  <a:pt x="370065" y="0"/>
                </a:moveTo>
                <a:lnTo>
                  <a:pt x="218846" y="0"/>
                </a:lnTo>
                <a:lnTo>
                  <a:pt x="218846" y="51955"/>
                </a:lnTo>
                <a:lnTo>
                  <a:pt x="218846" y="158394"/>
                </a:lnTo>
                <a:lnTo>
                  <a:pt x="218846" y="209067"/>
                </a:lnTo>
                <a:lnTo>
                  <a:pt x="218846" y="323113"/>
                </a:lnTo>
                <a:lnTo>
                  <a:pt x="218846" y="375056"/>
                </a:lnTo>
                <a:lnTo>
                  <a:pt x="370065" y="375056"/>
                </a:lnTo>
                <a:lnTo>
                  <a:pt x="370065" y="323113"/>
                </a:lnTo>
                <a:lnTo>
                  <a:pt x="282016" y="323113"/>
                </a:lnTo>
                <a:lnTo>
                  <a:pt x="282016" y="209067"/>
                </a:lnTo>
                <a:lnTo>
                  <a:pt x="344551" y="209067"/>
                </a:lnTo>
                <a:lnTo>
                  <a:pt x="344551" y="158394"/>
                </a:lnTo>
                <a:lnTo>
                  <a:pt x="282016" y="158394"/>
                </a:lnTo>
                <a:lnTo>
                  <a:pt x="282016" y="51955"/>
                </a:lnTo>
                <a:lnTo>
                  <a:pt x="370065" y="51955"/>
                </a:lnTo>
                <a:lnTo>
                  <a:pt x="370065" y="0"/>
                </a:lnTo>
                <a:close/>
              </a:path>
            </a:pathLst>
          </a:custGeom>
          <a:solidFill>
            <a:srgbClr val="020303"/>
          </a:solidFill>
        </p:spPr>
        <p:txBody>
          <a:bodyPr wrap="square" lIns="0" tIns="0" rIns="0" bIns="0" rtlCol="0"/>
          <a:lstStyle/>
          <a:p>
            <a:pPr defTabSz="914206">
              <a:defRPr/>
            </a:pPr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6415734" y="654094"/>
            <a:ext cx="7564586" cy="367406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 marL="12697" defTabSz="914206">
              <a:spcBef>
                <a:spcPts val="105"/>
              </a:spcBef>
              <a:tabLst>
                <a:tab pos="1912851" algn="l"/>
                <a:tab pos="3082274" algn="l"/>
                <a:tab pos="5288432" algn="l"/>
              </a:tabLst>
              <a:defRPr/>
            </a:pPr>
            <a:r>
              <a:rPr sz="2300" dirty="0">
                <a:latin typeface="Montserrat"/>
                <a:cs typeface="Montserrat"/>
              </a:rPr>
              <a:t>G</a:t>
            </a:r>
            <a:r>
              <a:rPr sz="2300" spc="380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R</a:t>
            </a:r>
            <a:r>
              <a:rPr sz="2300" spc="37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E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E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spc="-60" dirty="0">
                <a:latin typeface="Montserrat"/>
                <a:cs typeface="Montserrat"/>
              </a:rPr>
              <a:t>N</a:t>
            </a:r>
            <a:r>
              <a:rPr sz="2300" dirty="0">
                <a:latin typeface="Montserrat"/>
                <a:cs typeface="Montserrat"/>
              </a:rPr>
              <a:t>	K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E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spc="-50" dirty="0">
                <a:latin typeface="Montserrat"/>
                <a:cs typeface="Montserrat"/>
              </a:rPr>
              <a:t>Y</a:t>
            </a:r>
            <a:r>
              <a:rPr sz="2300" dirty="0">
                <a:latin typeface="Montserrat"/>
                <a:cs typeface="Montserrat"/>
              </a:rPr>
              <a:t>	G</a:t>
            </a:r>
            <a:r>
              <a:rPr sz="2300" spc="380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L</a:t>
            </a:r>
            <a:r>
              <a:rPr sz="2300" spc="380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O</a:t>
            </a:r>
            <a:r>
              <a:rPr sz="2300" spc="37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B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A</a:t>
            </a:r>
            <a:r>
              <a:rPr sz="2300" spc="380" dirty="0">
                <a:latin typeface="Montserrat"/>
                <a:cs typeface="Montserrat"/>
              </a:rPr>
              <a:t> </a:t>
            </a:r>
            <a:r>
              <a:rPr sz="2300" spc="-50" dirty="0">
                <a:latin typeface="Montserrat"/>
                <a:cs typeface="Montserrat"/>
              </a:rPr>
              <a:t>L</a:t>
            </a:r>
            <a:r>
              <a:rPr sz="2300" dirty="0">
                <a:latin typeface="Montserrat"/>
                <a:cs typeface="Montserrat"/>
              </a:rPr>
              <a:t>	C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R</a:t>
            </a:r>
            <a:r>
              <a:rPr sz="2300" spc="37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I</a:t>
            </a:r>
            <a:r>
              <a:rPr sz="2300" spc="380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T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E</a:t>
            </a:r>
            <a:r>
              <a:rPr sz="2300" spc="38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R</a:t>
            </a:r>
            <a:r>
              <a:rPr sz="2300" spc="375" dirty="0">
                <a:latin typeface="Montserrat"/>
                <a:cs typeface="Montserrat"/>
              </a:rPr>
              <a:t> </a:t>
            </a:r>
            <a:r>
              <a:rPr sz="2300" dirty="0">
                <a:latin typeface="Montserrat"/>
                <a:cs typeface="Montserrat"/>
              </a:rPr>
              <a:t>I</a:t>
            </a:r>
            <a:r>
              <a:rPr sz="2300" spc="380" dirty="0">
                <a:latin typeface="Montserrat"/>
                <a:cs typeface="Montserrat"/>
              </a:rPr>
              <a:t> </a:t>
            </a:r>
            <a:r>
              <a:rPr sz="2300" spc="-50" dirty="0">
                <a:latin typeface="Montserrat"/>
                <a:cs typeface="Montserrat"/>
              </a:rPr>
              <a:t>A</a:t>
            </a:r>
            <a:endParaRPr sz="2300">
              <a:latin typeface="Montserrat"/>
              <a:cs typeface="Montserra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8B4A57-EDB8-A268-D3BE-9E2C68E34B00}"/>
              </a:ext>
            </a:extLst>
          </p:cNvPr>
          <p:cNvGrpSpPr/>
          <p:nvPr/>
        </p:nvGrpSpPr>
        <p:grpSpPr>
          <a:xfrm>
            <a:off x="4456863" y="9712853"/>
            <a:ext cx="10607238" cy="1147761"/>
            <a:chOff x="5348713" y="9713626"/>
            <a:chExt cx="10354582" cy="114797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B473DC-279A-E628-B23F-B94C2763479F}"/>
                </a:ext>
              </a:extLst>
            </p:cNvPr>
            <p:cNvSpPr txBox="1"/>
            <p:nvPr/>
          </p:nvSpPr>
          <p:spPr>
            <a:xfrm>
              <a:off x="6573981" y="9822696"/>
              <a:ext cx="9129314" cy="8308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206"/>
              <a:r>
                <a:rPr lang="en-US" sz="2399" i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Montserrat" panose="00000500000000000000" pitchFamily="50" charset="0"/>
                </a:rPr>
                <a:t>This means properties certified through Green Key Global are also in </a:t>
              </a:r>
              <a:r>
                <a:rPr lang="en-US" sz="2399" b="1" i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Montserrat" panose="00000500000000000000" pitchFamily="50" charset="0"/>
                </a:rPr>
                <a:t>alignment with all 17 SDGs!</a:t>
              </a:r>
              <a:endParaRPr lang="en-CA" sz="2399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Montserrat" panose="00000500000000000000" pitchFamily="50" charset="0"/>
              </a:endParaRPr>
            </a:p>
          </p:txBody>
        </p:sp>
        <p:pic>
          <p:nvPicPr>
            <p:cNvPr id="5" name="Picture 4" descr="A green and white megaphone&#10;&#10;Description automatically generated">
              <a:extLst>
                <a:ext uri="{FF2B5EF4-FFF2-40B4-BE49-F238E27FC236}">
                  <a16:creationId xmlns:a16="http://schemas.microsoft.com/office/drawing/2014/main" id="{7C96395D-4E09-0E7C-E06B-294F24003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9853" y="9822696"/>
              <a:ext cx="930584" cy="930584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CF0EDE2-39C3-D3E2-075E-F8A3D268DF72}"/>
                </a:ext>
              </a:extLst>
            </p:cNvPr>
            <p:cNvSpPr/>
            <p:nvPr/>
          </p:nvSpPr>
          <p:spPr>
            <a:xfrm>
              <a:off x="5348713" y="9713626"/>
              <a:ext cx="10271038" cy="1147979"/>
            </a:xfrm>
            <a:prstGeom prst="roundRect">
              <a:avLst/>
            </a:prstGeom>
            <a:noFill/>
            <a:ln w="38100">
              <a:solidFill>
                <a:srgbClr val="92D050"/>
              </a:solidFill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06"/>
              <a:endParaRPr lang="en-CA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D0A1A07-8057-AA16-522B-569274883E5F}"/>
              </a:ext>
            </a:extLst>
          </p:cNvPr>
          <p:cNvSpPr/>
          <p:nvPr/>
        </p:nvSpPr>
        <p:spPr>
          <a:xfrm>
            <a:off x="128009" y="1203825"/>
            <a:ext cx="20140034" cy="1208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50653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256" b="1" dirty="0">
                <a:ln w="0"/>
                <a:gradFill flip="none" rotWithShape="1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 panose="02000505000000020004" pitchFamily="2" charset="0"/>
              </a:rPr>
              <a:t>Aligned With United Nation’s SDG’s</a:t>
            </a:r>
          </a:p>
        </p:txBody>
      </p:sp>
      <p:sp>
        <p:nvSpPr>
          <p:cNvPr id="10" name="object 110">
            <a:extLst>
              <a:ext uri="{FF2B5EF4-FFF2-40B4-BE49-F238E27FC236}">
                <a16:creationId xmlns:a16="http://schemas.microsoft.com/office/drawing/2014/main" id="{EFC903D1-C09B-641B-7DEC-15538B9CCD55}"/>
              </a:ext>
            </a:extLst>
          </p:cNvPr>
          <p:cNvSpPr txBox="1"/>
          <p:nvPr/>
        </p:nvSpPr>
        <p:spPr>
          <a:xfrm>
            <a:off x="1491151" y="3733482"/>
            <a:ext cx="6937368" cy="4520210"/>
          </a:xfrm>
          <a:prstGeom prst="rect">
            <a:avLst/>
          </a:prstGeom>
        </p:spPr>
        <p:txBody>
          <a:bodyPr vert="horz" wrap="square" lIns="0" tIns="13333" rIns="0" bIns="0" rtlCol="0" anchor="t">
            <a:spAutoFit/>
          </a:bodyPr>
          <a:lstStyle/>
          <a:p>
            <a:pPr algn="r" defTabSz="914206">
              <a:lnSpc>
                <a:spcPts val="4389"/>
              </a:lnSpc>
              <a:spcBef>
                <a:spcPts val="105"/>
              </a:spcBef>
              <a:defRPr/>
            </a:pPr>
            <a:r>
              <a:rPr lang="en-CA" sz="3599" dirty="0">
                <a:solidFill>
                  <a:prstClr val="black"/>
                </a:solidFill>
                <a:latin typeface="Montserrat"/>
                <a:cs typeface="Montserrat"/>
              </a:rPr>
              <a:t>Green Key Global is </a:t>
            </a:r>
            <a:r>
              <a:rPr lang="en-CA" sz="3599" b="1" dirty="0">
                <a:solidFill>
                  <a:srgbClr val="009446"/>
                </a:solidFill>
                <a:latin typeface="Montserrat"/>
                <a:cs typeface="Montserrat"/>
              </a:rPr>
              <a:t>aligned with </a:t>
            </a:r>
            <a:r>
              <a:rPr lang="en-CA" sz="3599" b="1" dirty="0">
                <a:solidFill>
                  <a:srgbClr val="0A9344"/>
                </a:solidFill>
                <a:latin typeface="Montserrat"/>
                <a:cs typeface="Montserrat"/>
              </a:rPr>
              <a:t>all </a:t>
            </a:r>
            <a:r>
              <a:rPr sz="3599" b="1" dirty="0">
                <a:solidFill>
                  <a:srgbClr val="0A9344"/>
                </a:solidFill>
                <a:latin typeface="Montserrat"/>
                <a:cs typeface="Montserrat"/>
              </a:rPr>
              <a:t>17</a:t>
            </a:r>
            <a:r>
              <a:rPr lang="en-CA" sz="3599" b="1" dirty="0">
                <a:solidFill>
                  <a:srgbClr val="0A9344"/>
                </a:solidFill>
                <a:latin typeface="Montserrat"/>
                <a:cs typeface="Montserrat"/>
              </a:rPr>
              <a:t> </a:t>
            </a:r>
            <a:r>
              <a:rPr lang="en-CA" sz="3599" dirty="0">
                <a:solidFill>
                  <a:prstClr val="black"/>
                </a:solidFill>
                <a:latin typeface="Montserrat"/>
                <a:cs typeface="Montserrat"/>
              </a:rPr>
              <a:t>of the United Nations</a:t>
            </a:r>
            <a:r>
              <a:rPr sz="3599" spc="-280" dirty="0">
                <a:solidFill>
                  <a:prstClr val="black"/>
                </a:solidFill>
                <a:latin typeface="Montserrat"/>
                <a:cs typeface="Montserrat"/>
              </a:rPr>
              <a:t> </a:t>
            </a:r>
            <a:r>
              <a:rPr lang="en-CA" sz="3599" b="1" dirty="0">
                <a:solidFill>
                  <a:srgbClr val="009446"/>
                </a:solidFill>
                <a:latin typeface="Montserrat"/>
                <a:cs typeface="Montserrat"/>
              </a:rPr>
              <a:t>S</a:t>
            </a:r>
            <a:r>
              <a:rPr sz="3599" b="1" dirty="0" err="1">
                <a:solidFill>
                  <a:srgbClr val="009446"/>
                </a:solidFill>
                <a:latin typeface="Montserrat"/>
                <a:cs typeface="Montserrat"/>
              </a:rPr>
              <a:t>ustainable</a:t>
            </a:r>
            <a:r>
              <a:rPr sz="3599" b="1" spc="-114" dirty="0">
                <a:solidFill>
                  <a:srgbClr val="009446"/>
                </a:solidFill>
                <a:latin typeface="Montserrat"/>
                <a:cs typeface="Montserrat"/>
              </a:rPr>
              <a:t> </a:t>
            </a:r>
            <a:r>
              <a:rPr lang="en-CA" sz="3599" b="1" spc="-114" dirty="0">
                <a:solidFill>
                  <a:srgbClr val="009446"/>
                </a:solidFill>
                <a:latin typeface="Montserrat"/>
                <a:cs typeface="Montserrat"/>
              </a:rPr>
              <a:t>Development </a:t>
            </a:r>
            <a:r>
              <a:rPr lang="en-CA" sz="3599" b="1" spc="-20" dirty="0">
                <a:solidFill>
                  <a:srgbClr val="009446"/>
                </a:solidFill>
                <a:latin typeface="Montserrat"/>
                <a:cs typeface="Montserrat"/>
              </a:rPr>
              <a:t>G</a:t>
            </a:r>
            <a:r>
              <a:rPr sz="3599" b="1" spc="-20" dirty="0" err="1">
                <a:solidFill>
                  <a:srgbClr val="009446"/>
                </a:solidFill>
                <a:latin typeface="Montserrat"/>
                <a:cs typeface="Montserrat"/>
              </a:rPr>
              <a:t>oals</a:t>
            </a:r>
            <a:endParaRPr lang="en-US" sz="3599" b="1" spc="-20" dirty="0">
              <a:solidFill>
                <a:srgbClr val="009446"/>
              </a:solidFill>
              <a:latin typeface="Montserrat"/>
              <a:cs typeface="Montserrat"/>
            </a:endParaRPr>
          </a:p>
          <a:p>
            <a:pPr algn="r" defTabSz="914206">
              <a:lnSpc>
                <a:spcPts val="4389"/>
              </a:lnSpc>
              <a:spcBef>
                <a:spcPts val="105"/>
              </a:spcBef>
              <a:defRPr/>
            </a:pPr>
            <a:endParaRPr lang="en-CA" sz="3599" b="1" spc="-20" dirty="0">
              <a:solidFill>
                <a:srgbClr val="009446"/>
              </a:solidFill>
              <a:latin typeface="Montserrat"/>
              <a:cs typeface="Montserrat"/>
            </a:endParaRPr>
          </a:p>
          <a:p>
            <a:pPr algn="r" defTabSz="914206">
              <a:lnSpc>
                <a:spcPts val="4389"/>
              </a:lnSpc>
              <a:spcBef>
                <a:spcPts val="105"/>
              </a:spcBef>
              <a:defRPr/>
            </a:pPr>
            <a:r>
              <a:rPr lang="en-CA" sz="3587" b="1" spc="-20" dirty="0">
                <a:solidFill>
                  <a:srgbClr val="009446"/>
                </a:solidFill>
                <a:latin typeface="Montserrat"/>
                <a:cs typeface="Montserrat"/>
              </a:rPr>
              <a:t>These goals are the underpinning of sustainability</a:t>
            </a:r>
            <a:endParaRPr sz="3599" b="1" dirty="0" err="1">
              <a:solidFill>
                <a:srgbClr val="009446"/>
              </a:solidFill>
              <a:latin typeface="Montserrat"/>
              <a:cs typeface="Montserrat"/>
            </a:endParaRPr>
          </a:p>
        </p:txBody>
      </p:sp>
      <p:pic>
        <p:nvPicPr>
          <p:cNvPr id="7" name="object 61">
            <a:extLst>
              <a:ext uri="{FF2B5EF4-FFF2-40B4-BE49-F238E27FC236}">
                <a16:creationId xmlns:a16="http://schemas.microsoft.com/office/drawing/2014/main" id="{7A6B51A3-F0D8-5FB8-24AC-F664F0DA9D69}"/>
              </a:ext>
            </a:extLst>
          </p:cNvPr>
          <p:cNvPicPr/>
          <p:nvPr/>
        </p:nvPicPr>
        <p:blipFill>
          <a:blip r:embed="rId7" cstate="print"/>
          <a:srcRect l="50000"/>
          <a:stretch/>
        </p:blipFill>
        <p:spPr>
          <a:xfrm>
            <a:off x="13659429" y="6056226"/>
            <a:ext cx="1319089" cy="131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23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" y="1979664"/>
            <a:ext cx="6740681" cy="35901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00136" y="1589736"/>
            <a:ext cx="6740681" cy="419345"/>
          </a:xfrm>
          <a:prstGeom prst="rect">
            <a:avLst/>
          </a:prstGeom>
        </p:spPr>
        <p:txBody>
          <a:bodyPr vert="horz" wrap="square" lIns="0" tIns="11429" rIns="0" bIns="0" rtlCol="0">
            <a:spAutoFit/>
          </a:bodyPr>
          <a:lstStyle/>
          <a:p>
            <a:pPr marL="12699">
              <a:spcBef>
                <a:spcPts val="91"/>
              </a:spcBef>
              <a:tabLst>
                <a:tab pos="1055320" algn="l"/>
                <a:tab pos="4735610" algn="l"/>
              </a:tabLst>
            </a:pPr>
            <a:r>
              <a:rPr sz="2650" b="1" spc="-300" dirty="0">
                <a:solidFill>
                  <a:srgbClr val="009447"/>
                </a:solidFill>
                <a:latin typeface="Montserrat Light" pitchFamily="2" charset="0"/>
                <a:cs typeface="Montserrat Light"/>
              </a:rPr>
              <a:t>K E Y</a:t>
            </a:r>
            <a:r>
              <a:rPr lang="en-CA" sz="2650" b="1" spc="-300" dirty="0">
                <a:solidFill>
                  <a:srgbClr val="009447"/>
                </a:solidFill>
                <a:latin typeface="Montserrat Light" pitchFamily="2" charset="0"/>
                <a:cs typeface="Montserrat Light"/>
              </a:rPr>
              <a:t>     </a:t>
            </a:r>
            <a:r>
              <a:rPr sz="2650" b="1" spc="-300" dirty="0">
                <a:solidFill>
                  <a:srgbClr val="009447"/>
                </a:solidFill>
                <a:latin typeface="Montserrat Light" pitchFamily="2" charset="0"/>
                <a:cs typeface="Montserrat Light"/>
              </a:rPr>
              <a:t>P E R F O R M A N C E</a:t>
            </a:r>
            <a:r>
              <a:rPr lang="en-CA" sz="2650" b="1" spc="-300" dirty="0">
                <a:solidFill>
                  <a:srgbClr val="009447"/>
                </a:solidFill>
                <a:latin typeface="Montserrat Light" pitchFamily="2" charset="0"/>
                <a:cs typeface="Montserrat Light"/>
              </a:rPr>
              <a:t>    </a:t>
            </a:r>
            <a:r>
              <a:rPr sz="2650" b="1" spc="-300" dirty="0">
                <a:solidFill>
                  <a:srgbClr val="009447"/>
                </a:solidFill>
                <a:latin typeface="Montserrat Light" pitchFamily="2" charset="0"/>
                <a:cs typeface="Montserrat Light"/>
              </a:rPr>
              <a:t>A R E A S :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455723" y="4483430"/>
            <a:ext cx="6390827" cy="621194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 marL="12699">
              <a:spcBef>
                <a:spcPts val="106"/>
              </a:spcBef>
              <a:tabLst>
                <a:tab pos="2369710" algn="l"/>
                <a:tab pos="3812998" algn="l"/>
              </a:tabLst>
            </a:pPr>
            <a:r>
              <a:rPr sz="3949" b="1" spc="246">
                <a:solidFill>
                  <a:srgbClr val="585858"/>
                </a:solidFill>
                <a:latin typeface="Montserrat"/>
                <a:cs typeface="Montserrat"/>
              </a:rPr>
              <a:t>GR</a:t>
            </a:r>
            <a:r>
              <a:rPr sz="3949" b="1" spc="-62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3949" b="1" spc="300">
                <a:solidFill>
                  <a:srgbClr val="585858"/>
                </a:solidFill>
                <a:latin typeface="Montserrat"/>
                <a:cs typeface="Montserrat"/>
              </a:rPr>
              <a:t>EEN</a:t>
            </a:r>
            <a:r>
              <a:rPr sz="3949" b="1">
                <a:solidFill>
                  <a:srgbClr val="585858"/>
                </a:solidFill>
                <a:latin typeface="Montserrat"/>
                <a:cs typeface="Montserrat"/>
              </a:rPr>
              <a:t>	K</a:t>
            </a:r>
            <a:r>
              <a:rPr sz="3949" b="1" spc="-63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3949" b="1" spc="219">
                <a:solidFill>
                  <a:srgbClr val="585858"/>
                </a:solidFill>
                <a:latin typeface="Montserrat"/>
                <a:cs typeface="Montserrat"/>
              </a:rPr>
              <a:t>EY</a:t>
            </a:r>
            <a:r>
              <a:rPr sz="3949" b="1">
                <a:solidFill>
                  <a:srgbClr val="585858"/>
                </a:solidFill>
                <a:latin typeface="Montserrat"/>
                <a:cs typeface="Montserrat"/>
              </a:rPr>
              <a:t>	</a:t>
            </a:r>
            <a:r>
              <a:rPr sz="3949" b="1" spc="246">
                <a:solidFill>
                  <a:srgbClr val="585858"/>
                </a:solidFill>
                <a:latin typeface="Montserrat"/>
                <a:cs typeface="Montserrat"/>
              </a:rPr>
              <a:t>GL</a:t>
            </a:r>
            <a:r>
              <a:rPr sz="3949" b="1" spc="-63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3949" b="1">
                <a:solidFill>
                  <a:srgbClr val="585858"/>
                </a:solidFill>
                <a:latin typeface="Montserrat"/>
                <a:cs typeface="Montserrat"/>
              </a:rPr>
              <a:t>O</a:t>
            </a:r>
            <a:r>
              <a:rPr sz="3949" b="1" spc="-62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3949" b="1">
                <a:solidFill>
                  <a:srgbClr val="585858"/>
                </a:solidFill>
                <a:latin typeface="Montserrat"/>
                <a:cs typeface="Montserrat"/>
              </a:rPr>
              <a:t>B</a:t>
            </a:r>
            <a:r>
              <a:rPr sz="3949" b="1" spc="-62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3949" b="1" spc="219">
                <a:solidFill>
                  <a:srgbClr val="585858"/>
                </a:solidFill>
                <a:latin typeface="Montserrat"/>
                <a:cs typeface="Montserrat"/>
              </a:rPr>
              <a:t>AL </a:t>
            </a:r>
            <a:endParaRPr sz="3949">
              <a:latin typeface="Montserrat"/>
              <a:cs typeface="Montserrat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0971" y="5342245"/>
            <a:ext cx="1738517" cy="6537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0425" y="5642479"/>
            <a:ext cx="276168" cy="15644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90814" y="5230814"/>
            <a:ext cx="3200892" cy="9438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50980" y="6447895"/>
            <a:ext cx="6065837" cy="6537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758CFD-A29B-24B3-5B24-8A21CC36EC12}"/>
              </a:ext>
            </a:extLst>
          </p:cNvPr>
          <p:cNvSpPr txBox="1"/>
          <p:nvPr/>
        </p:nvSpPr>
        <p:spPr>
          <a:xfrm>
            <a:off x="12226587" y="2525479"/>
            <a:ext cx="7876808" cy="739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638" b="1" dirty="0">
                <a:latin typeface="Montserrat Light" pitchFamily="2" charset="0"/>
              </a:rPr>
              <a:t>CORPORATE ENVIRONMENTAL MANAGEMENT</a:t>
            </a: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r>
              <a:rPr lang="en-CA" sz="2638" b="1" dirty="0">
                <a:latin typeface="Montserrat Light" pitchFamily="2" charset="0"/>
              </a:rPr>
              <a:t>HOUSEKEEPING</a:t>
            </a: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r>
              <a:rPr lang="en-CA" sz="2638" b="1" dirty="0">
                <a:latin typeface="Montserrat Light" pitchFamily="2" charset="0"/>
              </a:rPr>
              <a:t>FOOD &amp; BEVERAGE OPERATIONS </a:t>
            </a:r>
            <a:r>
              <a:rPr lang="en-CA" sz="2800" b="1" dirty="0">
                <a:solidFill>
                  <a:srgbClr val="92D050"/>
                </a:solidFill>
                <a:latin typeface="Montserrat Light" pitchFamily="2" charset="0"/>
              </a:rPr>
              <a:t>*</a:t>
            </a: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r>
              <a:rPr lang="en-CA" sz="2638" b="1" dirty="0">
                <a:latin typeface="Montserrat Light" pitchFamily="2" charset="0"/>
              </a:rPr>
              <a:t>CONFERENCE &amp; MEETING FACILITIES </a:t>
            </a:r>
            <a:r>
              <a:rPr lang="en-CA" sz="2800" b="1" dirty="0">
                <a:solidFill>
                  <a:srgbClr val="92D050"/>
                </a:solidFill>
                <a:latin typeface="Montserrat Light" pitchFamily="2" charset="0"/>
              </a:rPr>
              <a:t>*</a:t>
            </a: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endParaRPr lang="en-CA" sz="2638" b="1" dirty="0">
              <a:latin typeface="Montserrat Light" pitchFamily="2" charset="0"/>
            </a:endParaRPr>
          </a:p>
          <a:p>
            <a:r>
              <a:rPr lang="en-CA" sz="2638" b="1" dirty="0">
                <a:latin typeface="Montserrat Light" pitchFamily="2" charset="0"/>
              </a:rPr>
              <a:t>ENGINEERING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E201C-811B-6251-5F51-1595B7C42B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138" y="4334346"/>
            <a:ext cx="891330" cy="891330"/>
          </a:xfrm>
          <a:prstGeom prst="rect">
            <a:avLst/>
          </a:prstGeom>
        </p:spPr>
      </p:pic>
      <p:pic>
        <p:nvPicPr>
          <p:cNvPr id="18" name="Picture 17" descr="A hand holding a tray&#10;&#10;AI-generated content may be incorrect.">
            <a:extLst>
              <a:ext uri="{FF2B5EF4-FFF2-40B4-BE49-F238E27FC236}">
                <a16:creationId xmlns:a16="http://schemas.microsoft.com/office/drawing/2014/main" id="{FDC805E9-1361-1B9A-5FB6-8D42934D305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136" y="5977131"/>
            <a:ext cx="891330" cy="8913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EA25EA-818C-94C7-B754-CE3CB1885EC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136" y="2621693"/>
            <a:ext cx="715971" cy="715971"/>
          </a:xfrm>
          <a:prstGeom prst="rect">
            <a:avLst/>
          </a:prstGeom>
        </p:spPr>
      </p:pic>
      <p:pic>
        <p:nvPicPr>
          <p:cNvPr id="20" name="Picture 19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945DD094-7872-F1EC-0FFB-7796ADB199D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651" y="7597340"/>
            <a:ext cx="886815" cy="886815"/>
          </a:xfrm>
          <a:prstGeom prst="rect">
            <a:avLst/>
          </a:prstGeom>
        </p:spPr>
      </p:pic>
      <p:pic>
        <p:nvPicPr>
          <p:cNvPr id="21" name="Picture 20" descr="A person wearing a green vest and a green helmet&#10;&#10;AI-generated content may be incorrect.">
            <a:extLst>
              <a:ext uri="{FF2B5EF4-FFF2-40B4-BE49-F238E27FC236}">
                <a16:creationId xmlns:a16="http://schemas.microsoft.com/office/drawing/2014/main" id="{EA1FED8F-48BE-F368-F546-B14346E170B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136" y="9192539"/>
            <a:ext cx="886815" cy="886815"/>
          </a:xfrm>
          <a:prstGeom prst="rect">
            <a:avLst/>
          </a:prstGeom>
        </p:spPr>
      </p:pic>
      <p:pic>
        <p:nvPicPr>
          <p:cNvPr id="3" name="Picture 2" descr="A green and white megaphone&#10;&#10;Description automatically generated">
            <a:extLst>
              <a:ext uri="{FF2B5EF4-FFF2-40B4-BE49-F238E27FC236}">
                <a16:creationId xmlns:a16="http://schemas.microsoft.com/office/drawing/2014/main" id="{5352A3A3-58B0-0BB7-36C5-52FAA99178B8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996" y="8304145"/>
            <a:ext cx="1361517" cy="1224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515842-0C4F-FA32-5139-F4FC32D49C72}"/>
              </a:ext>
            </a:extLst>
          </p:cNvPr>
          <p:cNvSpPr txBox="1"/>
          <p:nvPr/>
        </p:nvSpPr>
        <p:spPr>
          <a:xfrm>
            <a:off x="3280148" y="8062987"/>
            <a:ext cx="6740681" cy="171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507549">
              <a:defRPr/>
            </a:pPr>
            <a:r>
              <a:rPr lang="en-US" sz="2638" i="1">
                <a:solidFill>
                  <a:prstClr val="black"/>
                </a:solidFill>
                <a:latin typeface="Montserrat" panose="00000500000000000000" pitchFamily="50" charset="0"/>
              </a:rPr>
              <a:t>Form a </a:t>
            </a:r>
            <a:r>
              <a:rPr lang="en-US" sz="2638" b="1" i="1">
                <a:solidFill>
                  <a:srgbClr val="128842"/>
                </a:solidFill>
                <a:latin typeface="Montserrat" panose="00000500000000000000" pitchFamily="50" charset="0"/>
              </a:rPr>
              <a:t>green team </a:t>
            </a:r>
            <a:r>
              <a:rPr lang="en-US" sz="2638" i="1">
                <a:solidFill>
                  <a:prstClr val="black"/>
                </a:solidFill>
                <a:latin typeface="Montserrat" panose="00000500000000000000" pitchFamily="50" charset="0"/>
              </a:rPr>
              <a:t>to answer questions &amp; move forward with daily sustainability tasks and set science-based targets!</a:t>
            </a:r>
            <a:endParaRPr lang="en-CA" sz="2638" i="1">
              <a:solidFill>
                <a:prstClr val="black"/>
              </a:solidFill>
              <a:latin typeface="Montserrat" panose="000005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F6A38-3B3C-D77B-7AE4-C0CE858CF019}"/>
              </a:ext>
            </a:extLst>
          </p:cNvPr>
          <p:cNvSpPr txBox="1"/>
          <p:nvPr/>
        </p:nvSpPr>
        <p:spPr>
          <a:xfrm>
            <a:off x="15864840" y="10685050"/>
            <a:ext cx="4434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rgbClr val="92D050"/>
                </a:solidFill>
              </a:rPr>
              <a:t>*</a:t>
            </a:r>
            <a:r>
              <a:rPr lang="en-CA" dirty="0">
                <a:solidFill>
                  <a:srgbClr val="92D050"/>
                </a:solidFill>
              </a:rPr>
              <a:t> </a:t>
            </a:r>
            <a:r>
              <a:rPr lang="en-CA" i="1" dirty="0">
                <a:solidFill>
                  <a:schemeClr val="tx1"/>
                </a:solidFill>
              </a:rPr>
              <a:t>Optional for limited-service properties</a:t>
            </a:r>
            <a:endParaRPr lang="en-CA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5318" y="5162441"/>
            <a:ext cx="7635875" cy="1383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2200"/>
              </a:lnSpc>
              <a:spcBef>
                <a:spcPts val="95"/>
              </a:spcBef>
            </a:pPr>
            <a:r>
              <a:rPr sz="1950" b="0">
                <a:latin typeface="Montserrat Light"/>
                <a:cs typeface="Montserrat Light"/>
              </a:rPr>
              <a:t>Based</a:t>
            </a:r>
            <a:r>
              <a:rPr sz="1950" b="0" spc="6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on</a:t>
            </a:r>
            <a:r>
              <a:rPr sz="1950" b="0" spc="5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the</a:t>
            </a:r>
            <a:r>
              <a:rPr sz="1950" b="0" spc="5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results</a:t>
            </a:r>
            <a:r>
              <a:rPr sz="1950" b="0" spc="6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of</a:t>
            </a:r>
            <a:r>
              <a:rPr sz="1950" b="0" spc="5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a</a:t>
            </a:r>
            <a:r>
              <a:rPr sz="1950" b="0" spc="6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comprehensive</a:t>
            </a:r>
            <a:r>
              <a:rPr sz="1950" b="0" spc="6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environmental</a:t>
            </a:r>
            <a:r>
              <a:rPr sz="1950" b="0" spc="30">
                <a:latin typeface="Montserrat Light"/>
                <a:cs typeface="Montserrat Light"/>
              </a:rPr>
              <a:t> </a:t>
            </a:r>
            <a:r>
              <a:rPr sz="1950" b="0" spc="-20">
                <a:latin typeface="Montserrat Light"/>
                <a:cs typeface="Montserrat Light"/>
              </a:rPr>
              <a:t>self- </a:t>
            </a:r>
            <a:r>
              <a:rPr sz="1950" b="0">
                <a:latin typeface="Montserrat Light"/>
                <a:cs typeface="Montserrat Light"/>
              </a:rPr>
              <a:t>assessment,</a:t>
            </a:r>
            <a:r>
              <a:rPr sz="1950" b="0" spc="2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lodging</a:t>
            </a:r>
            <a:r>
              <a:rPr sz="1950" b="0" spc="5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facilities</a:t>
            </a:r>
            <a:r>
              <a:rPr sz="1950" b="0" spc="5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are</a:t>
            </a:r>
            <a:r>
              <a:rPr sz="1950" b="0" spc="5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awarded</a:t>
            </a:r>
            <a:r>
              <a:rPr sz="1950" b="0" spc="6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a</a:t>
            </a:r>
            <a:r>
              <a:rPr sz="1950" b="0" spc="5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rating</a:t>
            </a:r>
            <a:r>
              <a:rPr sz="1950" b="0" spc="2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from</a:t>
            </a:r>
            <a:r>
              <a:rPr sz="1950" b="0" spc="5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1</a:t>
            </a:r>
            <a:r>
              <a:rPr sz="1950" b="0" spc="5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to</a:t>
            </a:r>
            <a:r>
              <a:rPr sz="1950" b="0" spc="35">
                <a:latin typeface="Montserrat Light"/>
                <a:cs typeface="Montserrat Light"/>
              </a:rPr>
              <a:t> </a:t>
            </a:r>
            <a:r>
              <a:rPr sz="1950" b="0" spc="-50">
                <a:latin typeface="Montserrat Light"/>
                <a:cs typeface="Montserrat Light"/>
              </a:rPr>
              <a:t>5 </a:t>
            </a:r>
            <a:r>
              <a:rPr sz="1950" b="0">
                <a:latin typeface="Montserrat Light"/>
                <a:cs typeface="Montserrat Light"/>
              </a:rPr>
              <a:t>Keys</a:t>
            </a:r>
            <a:r>
              <a:rPr sz="1950" b="0" spc="3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(5</a:t>
            </a:r>
            <a:r>
              <a:rPr sz="1950" b="0" spc="5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Keys</a:t>
            </a:r>
            <a:r>
              <a:rPr sz="1950" b="0" spc="3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being</a:t>
            </a:r>
            <a:r>
              <a:rPr sz="1950" b="0" spc="40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the</a:t>
            </a:r>
            <a:r>
              <a:rPr sz="1950" b="0" spc="35">
                <a:latin typeface="Montserrat Light"/>
                <a:cs typeface="Montserrat Light"/>
              </a:rPr>
              <a:t> </a:t>
            </a:r>
            <a:r>
              <a:rPr sz="1950" b="0">
                <a:latin typeface="Montserrat Light"/>
                <a:cs typeface="Montserrat Light"/>
              </a:rPr>
              <a:t>highest</a:t>
            </a:r>
            <a:r>
              <a:rPr sz="1950" b="0" spc="30">
                <a:latin typeface="Montserrat Light"/>
                <a:cs typeface="Montserrat Light"/>
              </a:rPr>
              <a:t> </a:t>
            </a:r>
            <a:r>
              <a:rPr sz="1950" b="0" spc="-10">
                <a:latin typeface="Montserrat Light"/>
                <a:cs typeface="Montserrat Light"/>
              </a:rPr>
              <a:t>attainable).</a:t>
            </a:r>
            <a:endParaRPr sz="1950">
              <a:latin typeface="Montserrat Light"/>
              <a:cs typeface="Montserrat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3558" y="8626962"/>
            <a:ext cx="163764" cy="1637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8019" y="8741304"/>
            <a:ext cx="163764" cy="1625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87453" y="8829260"/>
            <a:ext cx="162508" cy="1625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926271" y="5510826"/>
            <a:ext cx="9332595" cy="4692650"/>
            <a:chOff x="7926271" y="5510826"/>
            <a:chExt cx="9332595" cy="469265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22813" y="8490003"/>
              <a:ext cx="162508" cy="1625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99730" y="7430768"/>
              <a:ext cx="163764" cy="1625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801198" y="9195744"/>
              <a:ext cx="3576320" cy="1007744"/>
            </a:xfrm>
            <a:custGeom>
              <a:avLst/>
              <a:gdLst/>
              <a:ahLst/>
              <a:cxnLst/>
              <a:rect l="l" t="t" r="r" b="b"/>
              <a:pathLst>
                <a:path w="3576320" h="1007745">
                  <a:moveTo>
                    <a:pt x="3408063" y="0"/>
                  </a:moveTo>
                  <a:lnTo>
                    <a:pt x="167953" y="0"/>
                  </a:lnTo>
                  <a:lnTo>
                    <a:pt x="123306" y="5999"/>
                  </a:lnTo>
                  <a:lnTo>
                    <a:pt x="83186" y="22929"/>
                  </a:lnTo>
                  <a:lnTo>
                    <a:pt x="49194" y="49190"/>
                  </a:lnTo>
                  <a:lnTo>
                    <a:pt x="22932" y="83182"/>
                  </a:lnTo>
                  <a:lnTo>
                    <a:pt x="5999" y="123303"/>
                  </a:lnTo>
                  <a:lnTo>
                    <a:pt x="0" y="167953"/>
                  </a:lnTo>
                  <a:lnTo>
                    <a:pt x="0" y="839754"/>
                  </a:lnTo>
                  <a:lnTo>
                    <a:pt x="5999" y="884405"/>
                  </a:lnTo>
                  <a:lnTo>
                    <a:pt x="22932" y="924527"/>
                  </a:lnTo>
                  <a:lnTo>
                    <a:pt x="49194" y="958521"/>
                  </a:lnTo>
                  <a:lnTo>
                    <a:pt x="83186" y="984785"/>
                  </a:lnTo>
                  <a:lnTo>
                    <a:pt x="123306" y="1001718"/>
                  </a:lnTo>
                  <a:lnTo>
                    <a:pt x="167953" y="1007718"/>
                  </a:lnTo>
                  <a:lnTo>
                    <a:pt x="3408063" y="1007718"/>
                  </a:lnTo>
                  <a:lnTo>
                    <a:pt x="3452709" y="1001718"/>
                  </a:lnTo>
                  <a:lnTo>
                    <a:pt x="3492829" y="984785"/>
                  </a:lnTo>
                  <a:lnTo>
                    <a:pt x="3526821" y="958521"/>
                  </a:lnTo>
                  <a:lnTo>
                    <a:pt x="3553084" y="924527"/>
                  </a:lnTo>
                  <a:lnTo>
                    <a:pt x="3570016" y="884405"/>
                  </a:lnTo>
                  <a:lnTo>
                    <a:pt x="3576016" y="839754"/>
                  </a:lnTo>
                  <a:lnTo>
                    <a:pt x="3576016" y="167953"/>
                  </a:lnTo>
                  <a:lnTo>
                    <a:pt x="3570016" y="123303"/>
                  </a:lnTo>
                  <a:lnTo>
                    <a:pt x="3553084" y="83182"/>
                  </a:lnTo>
                  <a:lnTo>
                    <a:pt x="3526821" y="49190"/>
                  </a:lnTo>
                  <a:lnTo>
                    <a:pt x="3492829" y="22929"/>
                  </a:lnTo>
                  <a:lnTo>
                    <a:pt x="3452709" y="5999"/>
                  </a:lnTo>
                  <a:lnTo>
                    <a:pt x="3408063" y="0"/>
                  </a:lnTo>
                  <a:close/>
                </a:path>
              </a:pathLst>
            </a:custGeom>
            <a:solidFill>
              <a:srgbClr val="0094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34208" y="8263413"/>
              <a:ext cx="1524141" cy="15241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34208" y="8263413"/>
              <a:ext cx="1524635" cy="1524635"/>
            </a:xfrm>
            <a:custGeom>
              <a:avLst/>
              <a:gdLst/>
              <a:ahLst/>
              <a:cxnLst/>
              <a:rect l="l" t="t" r="r" b="b"/>
              <a:pathLst>
                <a:path w="1524634" h="1524634">
                  <a:moveTo>
                    <a:pt x="0" y="762071"/>
                  </a:moveTo>
                  <a:lnTo>
                    <a:pt x="1499" y="713876"/>
                  </a:lnTo>
                  <a:lnTo>
                    <a:pt x="5937" y="666479"/>
                  </a:lnTo>
                  <a:lnTo>
                    <a:pt x="13225" y="619967"/>
                  </a:lnTo>
                  <a:lnTo>
                    <a:pt x="23274" y="574430"/>
                  </a:lnTo>
                  <a:lnTo>
                    <a:pt x="35994" y="529957"/>
                  </a:lnTo>
                  <a:lnTo>
                    <a:pt x="51296" y="486638"/>
                  </a:lnTo>
                  <a:lnTo>
                    <a:pt x="69091" y="444562"/>
                  </a:lnTo>
                  <a:lnTo>
                    <a:pt x="89289" y="403818"/>
                  </a:lnTo>
                  <a:lnTo>
                    <a:pt x="111801" y="364496"/>
                  </a:lnTo>
                  <a:lnTo>
                    <a:pt x="136538" y="326684"/>
                  </a:lnTo>
                  <a:lnTo>
                    <a:pt x="163411" y="290473"/>
                  </a:lnTo>
                  <a:lnTo>
                    <a:pt x="192330" y="255950"/>
                  </a:lnTo>
                  <a:lnTo>
                    <a:pt x="223206" y="223206"/>
                  </a:lnTo>
                  <a:lnTo>
                    <a:pt x="255950" y="192330"/>
                  </a:lnTo>
                  <a:lnTo>
                    <a:pt x="290473" y="163411"/>
                  </a:lnTo>
                  <a:lnTo>
                    <a:pt x="326684" y="136538"/>
                  </a:lnTo>
                  <a:lnTo>
                    <a:pt x="364496" y="111801"/>
                  </a:lnTo>
                  <a:lnTo>
                    <a:pt x="403818" y="89289"/>
                  </a:lnTo>
                  <a:lnTo>
                    <a:pt x="444562" y="69091"/>
                  </a:lnTo>
                  <a:lnTo>
                    <a:pt x="486638" y="51296"/>
                  </a:lnTo>
                  <a:lnTo>
                    <a:pt x="529957" y="35994"/>
                  </a:lnTo>
                  <a:lnTo>
                    <a:pt x="574430" y="23274"/>
                  </a:lnTo>
                  <a:lnTo>
                    <a:pt x="619967" y="13225"/>
                  </a:lnTo>
                  <a:lnTo>
                    <a:pt x="666479" y="5937"/>
                  </a:lnTo>
                  <a:lnTo>
                    <a:pt x="713876" y="1499"/>
                  </a:lnTo>
                  <a:lnTo>
                    <a:pt x="762071" y="0"/>
                  </a:lnTo>
                  <a:lnTo>
                    <a:pt x="810265" y="1499"/>
                  </a:lnTo>
                  <a:lnTo>
                    <a:pt x="857663" y="5937"/>
                  </a:lnTo>
                  <a:lnTo>
                    <a:pt x="904174" y="13225"/>
                  </a:lnTo>
                  <a:lnTo>
                    <a:pt x="949711" y="23274"/>
                  </a:lnTo>
                  <a:lnTo>
                    <a:pt x="994184" y="35994"/>
                  </a:lnTo>
                  <a:lnTo>
                    <a:pt x="1037503" y="51296"/>
                  </a:lnTo>
                  <a:lnTo>
                    <a:pt x="1079579" y="69091"/>
                  </a:lnTo>
                  <a:lnTo>
                    <a:pt x="1120323" y="89289"/>
                  </a:lnTo>
                  <a:lnTo>
                    <a:pt x="1159645" y="111801"/>
                  </a:lnTo>
                  <a:lnTo>
                    <a:pt x="1197457" y="136538"/>
                  </a:lnTo>
                  <a:lnTo>
                    <a:pt x="1233669" y="163411"/>
                  </a:lnTo>
                  <a:lnTo>
                    <a:pt x="1268191" y="192330"/>
                  </a:lnTo>
                  <a:lnTo>
                    <a:pt x="1300935" y="223206"/>
                  </a:lnTo>
                  <a:lnTo>
                    <a:pt x="1331811" y="255950"/>
                  </a:lnTo>
                  <a:lnTo>
                    <a:pt x="1360730" y="290473"/>
                  </a:lnTo>
                  <a:lnTo>
                    <a:pt x="1387603" y="326684"/>
                  </a:lnTo>
                  <a:lnTo>
                    <a:pt x="1412340" y="364496"/>
                  </a:lnTo>
                  <a:lnTo>
                    <a:pt x="1434852" y="403818"/>
                  </a:lnTo>
                  <a:lnTo>
                    <a:pt x="1455051" y="444562"/>
                  </a:lnTo>
                  <a:lnTo>
                    <a:pt x="1472845" y="486638"/>
                  </a:lnTo>
                  <a:lnTo>
                    <a:pt x="1488147" y="529957"/>
                  </a:lnTo>
                  <a:lnTo>
                    <a:pt x="1500867" y="574430"/>
                  </a:lnTo>
                  <a:lnTo>
                    <a:pt x="1510916" y="619967"/>
                  </a:lnTo>
                  <a:lnTo>
                    <a:pt x="1518204" y="666479"/>
                  </a:lnTo>
                  <a:lnTo>
                    <a:pt x="1522642" y="713876"/>
                  </a:lnTo>
                  <a:lnTo>
                    <a:pt x="1524142" y="762071"/>
                  </a:lnTo>
                  <a:lnTo>
                    <a:pt x="1522642" y="810265"/>
                  </a:lnTo>
                  <a:lnTo>
                    <a:pt x="1518204" y="857663"/>
                  </a:lnTo>
                  <a:lnTo>
                    <a:pt x="1510916" y="904174"/>
                  </a:lnTo>
                  <a:lnTo>
                    <a:pt x="1500867" y="949711"/>
                  </a:lnTo>
                  <a:lnTo>
                    <a:pt x="1488147" y="994184"/>
                  </a:lnTo>
                  <a:lnTo>
                    <a:pt x="1472845" y="1037503"/>
                  </a:lnTo>
                  <a:lnTo>
                    <a:pt x="1455051" y="1079579"/>
                  </a:lnTo>
                  <a:lnTo>
                    <a:pt x="1434852" y="1120323"/>
                  </a:lnTo>
                  <a:lnTo>
                    <a:pt x="1412340" y="1159645"/>
                  </a:lnTo>
                  <a:lnTo>
                    <a:pt x="1387603" y="1197457"/>
                  </a:lnTo>
                  <a:lnTo>
                    <a:pt x="1360730" y="1233669"/>
                  </a:lnTo>
                  <a:lnTo>
                    <a:pt x="1331811" y="1268191"/>
                  </a:lnTo>
                  <a:lnTo>
                    <a:pt x="1300935" y="1300935"/>
                  </a:lnTo>
                  <a:lnTo>
                    <a:pt x="1268191" y="1331811"/>
                  </a:lnTo>
                  <a:lnTo>
                    <a:pt x="1233669" y="1360730"/>
                  </a:lnTo>
                  <a:lnTo>
                    <a:pt x="1197457" y="1387603"/>
                  </a:lnTo>
                  <a:lnTo>
                    <a:pt x="1159645" y="1412340"/>
                  </a:lnTo>
                  <a:lnTo>
                    <a:pt x="1120323" y="1434852"/>
                  </a:lnTo>
                  <a:lnTo>
                    <a:pt x="1079579" y="1455051"/>
                  </a:lnTo>
                  <a:lnTo>
                    <a:pt x="1037503" y="1472845"/>
                  </a:lnTo>
                  <a:lnTo>
                    <a:pt x="994184" y="1488147"/>
                  </a:lnTo>
                  <a:lnTo>
                    <a:pt x="949711" y="1500867"/>
                  </a:lnTo>
                  <a:lnTo>
                    <a:pt x="904174" y="1510916"/>
                  </a:lnTo>
                  <a:lnTo>
                    <a:pt x="857663" y="1518204"/>
                  </a:lnTo>
                  <a:lnTo>
                    <a:pt x="810265" y="1522642"/>
                  </a:lnTo>
                  <a:lnTo>
                    <a:pt x="762071" y="1524142"/>
                  </a:lnTo>
                  <a:lnTo>
                    <a:pt x="713876" y="1522642"/>
                  </a:lnTo>
                  <a:lnTo>
                    <a:pt x="666479" y="1518204"/>
                  </a:lnTo>
                  <a:lnTo>
                    <a:pt x="619967" y="1510916"/>
                  </a:lnTo>
                  <a:lnTo>
                    <a:pt x="574430" y="1500867"/>
                  </a:lnTo>
                  <a:lnTo>
                    <a:pt x="529957" y="1488147"/>
                  </a:lnTo>
                  <a:lnTo>
                    <a:pt x="486638" y="1472845"/>
                  </a:lnTo>
                  <a:lnTo>
                    <a:pt x="444562" y="1455051"/>
                  </a:lnTo>
                  <a:lnTo>
                    <a:pt x="403818" y="1434852"/>
                  </a:lnTo>
                  <a:lnTo>
                    <a:pt x="364496" y="1412340"/>
                  </a:lnTo>
                  <a:lnTo>
                    <a:pt x="326684" y="1387603"/>
                  </a:lnTo>
                  <a:lnTo>
                    <a:pt x="290473" y="1360730"/>
                  </a:lnTo>
                  <a:lnTo>
                    <a:pt x="255950" y="1331811"/>
                  </a:lnTo>
                  <a:lnTo>
                    <a:pt x="223206" y="1300935"/>
                  </a:lnTo>
                  <a:lnTo>
                    <a:pt x="192330" y="1268191"/>
                  </a:lnTo>
                  <a:lnTo>
                    <a:pt x="163411" y="1233669"/>
                  </a:lnTo>
                  <a:lnTo>
                    <a:pt x="136538" y="1197457"/>
                  </a:lnTo>
                  <a:lnTo>
                    <a:pt x="111801" y="1159645"/>
                  </a:lnTo>
                  <a:lnTo>
                    <a:pt x="89289" y="1120323"/>
                  </a:lnTo>
                  <a:lnTo>
                    <a:pt x="69091" y="1079579"/>
                  </a:lnTo>
                  <a:lnTo>
                    <a:pt x="51296" y="1037503"/>
                  </a:lnTo>
                  <a:lnTo>
                    <a:pt x="35994" y="994184"/>
                  </a:lnTo>
                  <a:lnTo>
                    <a:pt x="23274" y="949711"/>
                  </a:lnTo>
                  <a:lnTo>
                    <a:pt x="13225" y="904174"/>
                  </a:lnTo>
                  <a:lnTo>
                    <a:pt x="5937" y="857663"/>
                  </a:lnTo>
                  <a:lnTo>
                    <a:pt x="1499" y="810265"/>
                  </a:lnTo>
                  <a:lnTo>
                    <a:pt x="0" y="762071"/>
                  </a:lnTo>
                  <a:close/>
                </a:path>
              </a:pathLst>
            </a:custGeom>
            <a:ln w="157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792939" y="8093786"/>
              <a:ext cx="3656965" cy="1007744"/>
            </a:xfrm>
            <a:custGeom>
              <a:avLst/>
              <a:gdLst/>
              <a:ahLst/>
              <a:cxnLst/>
              <a:rect l="l" t="t" r="r" b="b"/>
              <a:pathLst>
                <a:path w="3656965" h="1007745">
                  <a:moveTo>
                    <a:pt x="3488480" y="0"/>
                  </a:moveTo>
                  <a:lnTo>
                    <a:pt x="167953" y="0"/>
                  </a:lnTo>
                  <a:lnTo>
                    <a:pt x="123303" y="5999"/>
                  </a:lnTo>
                  <a:lnTo>
                    <a:pt x="83182" y="22929"/>
                  </a:lnTo>
                  <a:lnTo>
                    <a:pt x="49190" y="49190"/>
                  </a:lnTo>
                  <a:lnTo>
                    <a:pt x="22929" y="83182"/>
                  </a:lnTo>
                  <a:lnTo>
                    <a:pt x="5999" y="123303"/>
                  </a:lnTo>
                  <a:lnTo>
                    <a:pt x="0" y="167953"/>
                  </a:lnTo>
                  <a:lnTo>
                    <a:pt x="0" y="839765"/>
                  </a:lnTo>
                  <a:lnTo>
                    <a:pt x="5999" y="884411"/>
                  </a:lnTo>
                  <a:lnTo>
                    <a:pt x="22929" y="924531"/>
                  </a:lnTo>
                  <a:lnTo>
                    <a:pt x="49190" y="958523"/>
                  </a:lnTo>
                  <a:lnTo>
                    <a:pt x="83182" y="984785"/>
                  </a:lnTo>
                  <a:lnTo>
                    <a:pt x="123303" y="1001718"/>
                  </a:lnTo>
                  <a:lnTo>
                    <a:pt x="167953" y="1007718"/>
                  </a:lnTo>
                  <a:lnTo>
                    <a:pt x="3488480" y="1007718"/>
                  </a:lnTo>
                  <a:lnTo>
                    <a:pt x="3533130" y="1001718"/>
                  </a:lnTo>
                  <a:lnTo>
                    <a:pt x="3573250" y="984785"/>
                  </a:lnTo>
                  <a:lnTo>
                    <a:pt x="3607242" y="958523"/>
                  </a:lnTo>
                  <a:lnTo>
                    <a:pt x="3633503" y="924531"/>
                  </a:lnTo>
                  <a:lnTo>
                    <a:pt x="3650433" y="884411"/>
                  </a:lnTo>
                  <a:lnTo>
                    <a:pt x="3656433" y="839765"/>
                  </a:lnTo>
                  <a:lnTo>
                    <a:pt x="3656433" y="167953"/>
                  </a:lnTo>
                  <a:lnTo>
                    <a:pt x="3650433" y="123303"/>
                  </a:lnTo>
                  <a:lnTo>
                    <a:pt x="3633503" y="83182"/>
                  </a:lnTo>
                  <a:lnTo>
                    <a:pt x="3607242" y="49190"/>
                  </a:lnTo>
                  <a:lnTo>
                    <a:pt x="3573250" y="22929"/>
                  </a:lnTo>
                  <a:lnTo>
                    <a:pt x="3533130" y="5999"/>
                  </a:lnTo>
                  <a:lnTo>
                    <a:pt x="3488480" y="0"/>
                  </a:lnTo>
                  <a:close/>
                </a:path>
              </a:pathLst>
            </a:custGeom>
            <a:solidFill>
              <a:srgbClr val="0094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21772" y="7221769"/>
              <a:ext cx="1524018" cy="152414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821660" y="7221769"/>
              <a:ext cx="1524635" cy="1524635"/>
            </a:xfrm>
            <a:custGeom>
              <a:avLst/>
              <a:gdLst/>
              <a:ahLst/>
              <a:cxnLst/>
              <a:rect l="l" t="t" r="r" b="b"/>
              <a:pathLst>
                <a:path w="1524634" h="1524634">
                  <a:moveTo>
                    <a:pt x="0" y="762071"/>
                  </a:moveTo>
                  <a:lnTo>
                    <a:pt x="1499" y="713876"/>
                  </a:lnTo>
                  <a:lnTo>
                    <a:pt x="5937" y="666479"/>
                  </a:lnTo>
                  <a:lnTo>
                    <a:pt x="13225" y="619967"/>
                  </a:lnTo>
                  <a:lnTo>
                    <a:pt x="23274" y="574430"/>
                  </a:lnTo>
                  <a:lnTo>
                    <a:pt x="35994" y="529957"/>
                  </a:lnTo>
                  <a:lnTo>
                    <a:pt x="51296" y="486638"/>
                  </a:lnTo>
                  <a:lnTo>
                    <a:pt x="69091" y="444562"/>
                  </a:lnTo>
                  <a:lnTo>
                    <a:pt x="89289" y="403818"/>
                  </a:lnTo>
                  <a:lnTo>
                    <a:pt x="111801" y="364496"/>
                  </a:lnTo>
                  <a:lnTo>
                    <a:pt x="136538" y="326684"/>
                  </a:lnTo>
                  <a:lnTo>
                    <a:pt x="163411" y="290473"/>
                  </a:lnTo>
                  <a:lnTo>
                    <a:pt x="192330" y="255950"/>
                  </a:lnTo>
                  <a:lnTo>
                    <a:pt x="223206" y="223206"/>
                  </a:lnTo>
                  <a:lnTo>
                    <a:pt x="255950" y="192330"/>
                  </a:lnTo>
                  <a:lnTo>
                    <a:pt x="290473" y="163411"/>
                  </a:lnTo>
                  <a:lnTo>
                    <a:pt x="326684" y="136538"/>
                  </a:lnTo>
                  <a:lnTo>
                    <a:pt x="364496" y="111801"/>
                  </a:lnTo>
                  <a:lnTo>
                    <a:pt x="403818" y="89289"/>
                  </a:lnTo>
                  <a:lnTo>
                    <a:pt x="444562" y="69091"/>
                  </a:lnTo>
                  <a:lnTo>
                    <a:pt x="486638" y="51296"/>
                  </a:lnTo>
                  <a:lnTo>
                    <a:pt x="529957" y="35994"/>
                  </a:lnTo>
                  <a:lnTo>
                    <a:pt x="574430" y="23274"/>
                  </a:lnTo>
                  <a:lnTo>
                    <a:pt x="619967" y="13225"/>
                  </a:lnTo>
                  <a:lnTo>
                    <a:pt x="666479" y="5937"/>
                  </a:lnTo>
                  <a:lnTo>
                    <a:pt x="713876" y="1499"/>
                  </a:lnTo>
                  <a:lnTo>
                    <a:pt x="762071" y="0"/>
                  </a:lnTo>
                  <a:lnTo>
                    <a:pt x="810265" y="1499"/>
                  </a:lnTo>
                  <a:lnTo>
                    <a:pt x="857663" y="5937"/>
                  </a:lnTo>
                  <a:lnTo>
                    <a:pt x="904174" y="13225"/>
                  </a:lnTo>
                  <a:lnTo>
                    <a:pt x="949711" y="23274"/>
                  </a:lnTo>
                  <a:lnTo>
                    <a:pt x="994184" y="35994"/>
                  </a:lnTo>
                  <a:lnTo>
                    <a:pt x="1037503" y="51296"/>
                  </a:lnTo>
                  <a:lnTo>
                    <a:pt x="1079579" y="69091"/>
                  </a:lnTo>
                  <a:lnTo>
                    <a:pt x="1120323" y="89289"/>
                  </a:lnTo>
                  <a:lnTo>
                    <a:pt x="1159645" y="111801"/>
                  </a:lnTo>
                  <a:lnTo>
                    <a:pt x="1197457" y="136538"/>
                  </a:lnTo>
                  <a:lnTo>
                    <a:pt x="1233669" y="163411"/>
                  </a:lnTo>
                  <a:lnTo>
                    <a:pt x="1268191" y="192330"/>
                  </a:lnTo>
                  <a:lnTo>
                    <a:pt x="1300935" y="223206"/>
                  </a:lnTo>
                  <a:lnTo>
                    <a:pt x="1331811" y="255950"/>
                  </a:lnTo>
                  <a:lnTo>
                    <a:pt x="1360730" y="290473"/>
                  </a:lnTo>
                  <a:lnTo>
                    <a:pt x="1387603" y="326684"/>
                  </a:lnTo>
                  <a:lnTo>
                    <a:pt x="1412340" y="364496"/>
                  </a:lnTo>
                  <a:lnTo>
                    <a:pt x="1434852" y="403818"/>
                  </a:lnTo>
                  <a:lnTo>
                    <a:pt x="1455051" y="444562"/>
                  </a:lnTo>
                  <a:lnTo>
                    <a:pt x="1472845" y="486638"/>
                  </a:lnTo>
                  <a:lnTo>
                    <a:pt x="1488147" y="529957"/>
                  </a:lnTo>
                  <a:lnTo>
                    <a:pt x="1500867" y="574430"/>
                  </a:lnTo>
                  <a:lnTo>
                    <a:pt x="1510916" y="619967"/>
                  </a:lnTo>
                  <a:lnTo>
                    <a:pt x="1518204" y="666479"/>
                  </a:lnTo>
                  <a:lnTo>
                    <a:pt x="1522642" y="713876"/>
                  </a:lnTo>
                  <a:lnTo>
                    <a:pt x="1524142" y="762071"/>
                  </a:lnTo>
                  <a:lnTo>
                    <a:pt x="1522642" y="810265"/>
                  </a:lnTo>
                  <a:lnTo>
                    <a:pt x="1518204" y="857663"/>
                  </a:lnTo>
                  <a:lnTo>
                    <a:pt x="1510916" y="904174"/>
                  </a:lnTo>
                  <a:lnTo>
                    <a:pt x="1500867" y="949711"/>
                  </a:lnTo>
                  <a:lnTo>
                    <a:pt x="1488147" y="994184"/>
                  </a:lnTo>
                  <a:lnTo>
                    <a:pt x="1472845" y="1037503"/>
                  </a:lnTo>
                  <a:lnTo>
                    <a:pt x="1455051" y="1079579"/>
                  </a:lnTo>
                  <a:lnTo>
                    <a:pt x="1434852" y="1120323"/>
                  </a:lnTo>
                  <a:lnTo>
                    <a:pt x="1412340" y="1159645"/>
                  </a:lnTo>
                  <a:lnTo>
                    <a:pt x="1387603" y="1197457"/>
                  </a:lnTo>
                  <a:lnTo>
                    <a:pt x="1360730" y="1233669"/>
                  </a:lnTo>
                  <a:lnTo>
                    <a:pt x="1331811" y="1268191"/>
                  </a:lnTo>
                  <a:lnTo>
                    <a:pt x="1300935" y="1300935"/>
                  </a:lnTo>
                  <a:lnTo>
                    <a:pt x="1268191" y="1331811"/>
                  </a:lnTo>
                  <a:lnTo>
                    <a:pt x="1233669" y="1360730"/>
                  </a:lnTo>
                  <a:lnTo>
                    <a:pt x="1197457" y="1387603"/>
                  </a:lnTo>
                  <a:lnTo>
                    <a:pt x="1159645" y="1412340"/>
                  </a:lnTo>
                  <a:lnTo>
                    <a:pt x="1120323" y="1434852"/>
                  </a:lnTo>
                  <a:lnTo>
                    <a:pt x="1079579" y="1455051"/>
                  </a:lnTo>
                  <a:lnTo>
                    <a:pt x="1037503" y="1472845"/>
                  </a:lnTo>
                  <a:lnTo>
                    <a:pt x="994184" y="1488147"/>
                  </a:lnTo>
                  <a:lnTo>
                    <a:pt x="949711" y="1500867"/>
                  </a:lnTo>
                  <a:lnTo>
                    <a:pt x="904174" y="1510916"/>
                  </a:lnTo>
                  <a:lnTo>
                    <a:pt x="857663" y="1518204"/>
                  </a:lnTo>
                  <a:lnTo>
                    <a:pt x="810265" y="1522642"/>
                  </a:lnTo>
                  <a:lnTo>
                    <a:pt x="762071" y="1524142"/>
                  </a:lnTo>
                  <a:lnTo>
                    <a:pt x="713876" y="1522642"/>
                  </a:lnTo>
                  <a:lnTo>
                    <a:pt x="666479" y="1518204"/>
                  </a:lnTo>
                  <a:lnTo>
                    <a:pt x="619967" y="1510916"/>
                  </a:lnTo>
                  <a:lnTo>
                    <a:pt x="574430" y="1500867"/>
                  </a:lnTo>
                  <a:lnTo>
                    <a:pt x="529957" y="1488147"/>
                  </a:lnTo>
                  <a:lnTo>
                    <a:pt x="486638" y="1472845"/>
                  </a:lnTo>
                  <a:lnTo>
                    <a:pt x="444562" y="1455051"/>
                  </a:lnTo>
                  <a:lnTo>
                    <a:pt x="403818" y="1434852"/>
                  </a:lnTo>
                  <a:lnTo>
                    <a:pt x="364496" y="1412340"/>
                  </a:lnTo>
                  <a:lnTo>
                    <a:pt x="326684" y="1387603"/>
                  </a:lnTo>
                  <a:lnTo>
                    <a:pt x="290473" y="1360730"/>
                  </a:lnTo>
                  <a:lnTo>
                    <a:pt x="255950" y="1331811"/>
                  </a:lnTo>
                  <a:lnTo>
                    <a:pt x="223206" y="1300935"/>
                  </a:lnTo>
                  <a:lnTo>
                    <a:pt x="192330" y="1268191"/>
                  </a:lnTo>
                  <a:lnTo>
                    <a:pt x="163411" y="1233669"/>
                  </a:lnTo>
                  <a:lnTo>
                    <a:pt x="136538" y="1197457"/>
                  </a:lnTo>
                  <a:lnTo>
                    <a:pt x="111801" y="1159645"/>
                  </a:lnTo>
                  <a:lnTo>
                    <a:pt x="89289" y="1120323"/>
                  </a:lnTo>
                  <a:lnTo>
                    <a:pt x="69091" y="1079579"/>
                  </a:lnTo>
                  <a:lnTo>
                    <a:pt x="51296" y="1037503"/>
                  </a:lnTo>
                  <a:lnTo>
                    <a:pt x="35994" y="994184"/>
                  </a:lnTo>
                  <a:lnTo>
                    <a:pt x="23274" y="949711"/>
                  </a:lnTo>
                  <a:lnTo>
                    <a:pt x="13225" y="904174"/>
                  </a:lnTo>
                  <a:lnTo>
                    <a:pt x="5937" y="857663"/>
                  </a:lnTo>
                  <a:lnTo>
                    <a:pt x="1499" y="810265"/>
                  </a:lnTo>
                  <a:lnTo>
                    <a:pt x="0" y="762071"/>
                  </a:lnTo>
                  <a:close/>
                </a:path>
              </a:pathLst>
            </a:custGeom>
            <a:ln w="157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621156" y="6535720"/>
              <a:ext cx="3637915" cy="1007744"/>
            </a:xfrm>
            <a:custGeom>
              <a:avLst/>
              <a:gdLst/>
              <a:ahLst/>
              <a:cxnLst/>
              <a:rect l="l" t="t" r="r" b="b"/>
              <a:pathLst>
                <a:path w="3637915" h="1007745">
                  <a:moveTo>
                    <a:pt x="3469632" y="0"/>
                  </a:moveTo>
                  <a:lnTo>
                    <a:pt x="167953" y="0"/>
                  </a:lnTo>
                  <a:lnTo>
                    <a:pt x="123306" y="5999"/>
                  </a:lnTo>
                  <a:lnTo>
                    <a:pt x="83186" y="22929"/>
                  </a:lnTo>
                  <a:lnTo>
                    <a:pt x="49194" y="49190"/>
                  </a:lnTo>
                  <a:lnTo>
                    <a:pt x="22932" y="83182"/>
                  </a:lnTo>
                  <a:lnTo>
                    <a:pt x="5999" y="123303"/>
                  </a:lnTo>
                  <a:lnTo>
                    <a:pt x="0" y="167953"/>
                  </a:lnTo>
                  <a:lnTo>
                    <a:pt x="0" y="839754"/>
                  </a:lnTo>
                  <a:lnTo>
                    <a:pt x="5999" y="884405"/>
                  </a:lnTo>
                  <a:lnTo>
                    <a:pt x="22932" y="924527"/>
                  </a:lnTo>
                  <a:lnTo>
                    <a:pt x="49194" y="958521"/>
                  </a:lnTo>
                  <a:lnTo>
                    <a:pt x="83186" y="984785"/>
                  </a:lnTo>
                  <a:lnTo>
                    <a:pt x="123306" y="1001718"/>
                  </a:lnTo>
                  <a:lnTo>
                    <a:pt x="167953" y="1007718"/>
                  </a:lnTo>
                  <a:lnTo>
                    <a:pt x="3469632" y="1007718"/>
                  </a:lnTo>
                  <a:lnTo>
                    <a:pt x="3514282" y="1001718"/>
                  </a:lnTo>
                  <a:lnTo>
                    <a:pt x="3554403" y="984785"/>
                  </a:lnTo>
                  <a:lnTo>
                    <a:pt x="3588394" y="958521"/>
                  </a:lnTo>
                  <a:lnTo>
                    <a:pt x="3614655" y="924527"/>
                  </a:lnTo>
                  <a:lnTo>
                    <a:pt x="3631586" y="884405"/>
                  </a:lnTo>
                  <a:lnTo>
                    <a:pt x="3637585" y="839754"/>
                  </a:lnTo>
                  <a:lnTo>
                    <a:pt x="3637585" y="167953"/>
                  </a:lnTo>
                  <a:lnTo>
                    <a:pt x="3631586" y="123303"/>
                  </a:lnTo>
                  <a:lnTo>
                    <a:pt x="3614655" y="83182"/>
                  </a:lnTo>
                  <a:lnTo>
                    <a:pt x="3588394" y="49190"/>
                  </a:lnTo>
                  <a:lnTo>
                    <a:pt x="3554403" y="22929"/>
                  </a:lnTo>
                  <a:lnTo>
                    <a:pt x="3514282" y="5999"/>
                  </a:lnTo>
                  <a:lnTo>
                    <a:pt x="3469632" y="0"/>
                  </a:lnTo>
                  <a:close/>
                </a:path>
              </a:pathLst>
            </a:custGeom>
            <a:solidFill>
              <a:srgbClr val="0094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67366" y="7159363"/>
              <a:ext cx="163764" cy="1637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5603" y="5510826"/>
              <a:ext cx="163764" cy="162508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71186" y="3501673"/>
            <a:ext cx="162508" cy="16250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73396" y="1124363"/>
            <a:ext cx="163764" cy="16376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95798" y="953478"/>
            <a:ext cx="162508" cy="16250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16943" y="781337"/>
            <a:ext cx="163764" cy="16250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40600" y="953478"/>
            <a:ext cx="162508" cy="16250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61747" y="1124363"/>
            <a:ext cx="163764" cy="16376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416943" y="1144467"/>
            <a:ext cx="163764" cy="16250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16943" y="1506341"/>
            <a:ext cx="163764" cy="163764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9539348" y="6660954"/>
            <a:ext cx="7005955" cy="349454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32350">
              <a:lnSpc>
                <a:spcPct val="100000"/>
              </a:lnSpc>
              <a:spcBef>
                <a:spcPts val="90"/>
              </a:spcBef>
            </a:pPr>
            <a:r>
              <a:rPr sz="2650" b="1" dirty="0">
                <a:solidFill>
                  <a:srgbClr val="FFFFFF"/>
                </a:solidFill>
                <a:latin typeface="Montserrat"/>
                <a:cs typeface="Montserrat"/>
              </a:rPr>
              <a:t>3</a:t>
            </a:r>
            <a:r>
              <a:rPr sz="2650" b="1" spc="-140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650" b="0" dirty="0">
                <a:solidFill>
                  <a:srgbClr val="FFFFFF"/>
                </a:solidFill>
                <a:latin typeface="Montserrat Light"/>
                <a:cs typeface="Montserrat Light"/>
              </a:rPr>
              <a:t>Green</a:t>
            </a:r>
            <a:r>
              <a:rPr sz="2650" b="0" spc="-60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2650" b="0" spc="-20" dirty="0">
                <a:solidFill>
                  <a:srgbClr val="FFFFFF"/>
                </a:solidFill>
                <a:latin typeface="Montserrat Light"/>
                <a:cs typeface="Montserrat Light"/>
              </a:rPr>
              <a:t>Keys</a:t>
            </a:r>
            <a:endParaRPr sz="2650" dirty="0">
              <a:latin typeface="Montserrat Light"/>
              <a:cs typeface="Montserrat Light"/>
            </a:endParaRPr>
          </a:p>
          <a:p>
            <a:pPr marL="4832350">
              <a:lnSpc>
                <a:spcPct val="100000"/>
              </a:lnSpc>
              <a:spcBef>
                <a:spcPts val="95"/>
              </a:spcBef>
            </a:pPr>
            <a:r>
              <a:rPr sz="2650" b="0" i="1" spc="-25" dirty="0">
                <a:solidFill>
                  <a:srgbClr val="FFFFFF"/>
                </a:solidFill>
                <a:latin typeface="Montserrat Light"/>
                <a:cs typeface="Montserrat Light"/>
              </a:rPr>
              <a:t>40%-</a:t>
            </a:r>
            <a:r>
              <a:rPr sz="2650" b="0" i="1" spc="-10" dirty="0">
                <a:solidFill>
                  <a:srgbClr val="FFFFFF"/>
                </a:solidFill>
                <a:latin typeface="Montserrat Light"/>
                <a:cs typeface="Montserrat Light"/>
              </a:rPr>
              <a:t>59.9%</a:t>
            </a:r>
            <a:endParaRPr sz="2650" dirty="0">
              <a:latin typeface="Montserrat Light"/>
              <a:cs typeface="Montserrat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400" dirty="0">
              <a:latin typeface="Montserrat Light"/>
              <a:cs typeface="Montserrat Light"/>
            </a:endParaRPr>
          </a:p>
          <a:p>
            <a:pPr marL="3003550">
              <a:lnSpc>
                <a:spcPct val="100000"/>
              </a:lnSpc>
            </a:pPr>
            <a:r>
              <a:rPr sz="2650" b="1" dirty="0">
                <a:solidFill>
                  <a:srgbClr val="FFFFFF"/>
                </a:solidFill>
                <a:latin typeface="Montserrat"/>
                <a:cs typeface="Montserrat"/>
              </a:rPr>
              <a:t>2</a:t>
            </a:r>
            <a:r>
              <a:rPr sz="2650" b="1" spc="-13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650" b="0" dirty="0">
                <a:solidFill>
                  <a:srgbClr val="FFFFFF"/>
                </a:solidFill>
                <a:latin typeface="Montserrat Light"/>
                <a:cs typeface="Montserrat Light"/>
              </a:rPr>
              <a:t>Green</a:t>
            </a:r>
            <a:r>
              <a:rPr sz="2650" b="0" spc="-60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2650" b="0" spc="-20" dirty="0">
                <a:solidFill>
                  <a:srgbClr val="FFFFFF"/>
                </a:solidFill>
                <a:latin typeface="Montserrat Light"/>
                <a:cs typeface="Montserrat Light"/>
              </a:rPr>
              <a:t>Keys</a:t>
            </a:r>
            <a:br>
              <a:rPr lang="en-CA" sz="2650" b="0" spc="-20" dirty="0">
                <a:solidFill>
                  <a:srgbClr val="FFFFFF"/>
                </a:solidFill>
                <a:latin typeface="Montserrat Light"/>
                <a:cs typeface="Montserrat Light"/>
              </a:rPr>
            </a:br>
            <a:r>
              <a:rPr sz="2650" b="0" i="1" spc="-25" dirty="0">
                <a:solidFill>
                  <a:srgbClr val="FFFFFF"/>
                </a:solidFill>
                <a:latin typeface="Montserrat Light"/>
                <a:cs typeface="Montserrat Light"/>
              </a:rPr>
              <a:t>20%-</a:t>
            </a:r>
            <a:r>
              <a:rPr sz="2650" b="0" i="1" spc="-10" dirty="0">
                <a:solidFill>
                  <a:srgbClr val="FFFFFF"/>
                </a:solidFill>
                <a:latin typeface="Montserrat Light"/>
                <a:cs typeface="Montserrat Light"/>
              </a:rPr>
              <a:t>39.9%</a:t>
            </a:r>
            <a:endParaRPr sz="2650" dirty="0">
              <a:latin typeface="Montserrat Light"/>
              <a:cs typeface="Montserrat Light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br>
              <a:rPr lang="en-CA" sz="1000" b="1" dirty="0">
                <a:solidFill>
                  <a:srgbClr val="FFFFFF"/>
                </a:solidFill>
                <a:latin typeface="Montserrat"/>
                <a:cs typeface="Montserrat"/>
              </a:rPr>
            </a:br>
            <a:r>
              <a:rPr sz="2650" b="1" dirty="0">
                <a:solidFill>
                  <a:srgbClr val="FFFFFF"/>
                </a:solidFill>
                <a:latin typeface="Montserrat"/>
                <a:cs typeface="Montserrat"/>
              </a:rPr>
              <a:t>1</a:t>
            </a:r>
            <a:r>
              <a:rPr sz="2650" b="1" spc="-65" dirty="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650" b="0" dirty="0">
                <a:solidFill>
                  <a:srgbClr val="FFFFFF"/>
                </a:solidFill>
                <a:latin typeface="Montserrat Light"/>
                <a:cs typeface="Montserrat Light"/>
              </a:rPr>
              <a:t>Green</a:t>
            </a:r>
            <a:r>
              <a:rPr sz="2650" b="0" spc="-55" dirty="0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2650" b="0" spc="-25" dirty="0">
                <a:solidFill>
                  <a:srgbClr val="FFFFFF"/>
                </a:solidFill>
                <a:latin typeface="Montserrat Light"/>
                <a:cs typeface="Montserrat Light"/>
              </a:rPr>
              <a:t>Key</a:t>
            </a:r>
            <a:endParaRPr sz="2650" dirty="0">
              <a:latin typeface="Montserrat Light"/>
              <a:cs typeface="Montserrat Ligh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b="0" i="1" spc="-25" dirty="0">
                <a:solidFill>
                  <a:srgbClr val="FFFFFF"/>
                </a:solidFill>
                <a:latin typeface="Montserrat Light"/>
                <a:cs typeface="Montserrat Light"/>
              </a:rPr>
              <a:t>1%-19%</a:t>
            </a:r>
            <a:endParaRPr sz="2650" dirty="0">
              <a:latin typeface="Montserrat Light"/>
              <a:cs typeface="Montserrat Ligh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380586" y="4471272"/>
            <a:ext cx="5305425" cy="2777490"/>
            <a:chOff x="12380586" y="4471272"/>
            <a:chExt cx="5305425" cy="277749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88523" y="5716475"/>
              <a:ext cx="1524140" cy="152414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388523" y="5716475"/>
              <a:ext cx="1524635" cy="1524635"/>
            </a:xfrm>
            <a:custGeom>
              <a:avLst/>
              <a:gdLst/>
              <a:ahLst/>
              <a:cxnLst/>
              <a:rect l="l" t="t" r="r" b="b"/>
              <a:pathLst>
                <a:path w="1524634" h="1524634">
                  <a:moveTo>
                    <a:pt x="0" y="762071"/>
                  </a:moveTo>
                  <a:lnTo>
                    <a:pt x="1499" y="713876"/>
                  </a:lnTo>
                  <a:lnTo>
                    <a:pt x="5937" y="666479"/>
                  </a:lnTo>
                  <a:lnTo>
                    <a:pt x="13225" y="619967"/>
                  </a:lnTo>
                  <a:lnTo>
                    <a:pt x="23274" y="574430"/>
                  </a:lnTo>
                  <a:lnTo>
                    <a:pt x="35994" y="529957"/>
                  </a:lnTo>
                  <a:lnTo>
                    <a:pt x="51296" y="486638"/>
                  </a:lnTo>
                  <a:lnTo>
                    <a:pt x="69091" y="444562"/>
                  </a:lnTo>
                  <a:lnTo>
                    <a:pt x="89289" y="403818"/>
                  </a:lnTo>
                  <a:lnTo>
                    <a:pt x="111801" y="364496"/>
                  </a:lnTo>
                  <a:lnTo>
                    <a:pt x="136538" y="326684"/>
                  </a:lnTo>
                  <a:lnTo>
                    <a:pt x="163411" y="290473"/>
                  </a:lnTo>
                  <a:lnTo>
                    <a:pt x="192330" y="255950"/>
                  </a:lnTo>
                  <a:lnTo>
                    <a:pt x="223206" y="223206"/>
                  </a:lnTo>
                  <a:lnTo>
                    <a:pt x="255950" y="192330"/>
                  </a:lnTo>
                  <a:lnTo>
                    <a:pt x="290473" y="163411"/>
                  </a:lnTo>
                  <a:lnTo>
                    <a:pt x="326684" y="136538"/>
                  </a:lnTo>
                  <a:lnTo>
                    <a:pt x="364496" y="111801"/>
                  </a:lnTo>
                  <a:lnTo>
                    <a:pt x="403818" y="89289"/>
                  </a:lnTo>
                  <a:lnTo>
                    <a:pt x="444562" y="69091"/>
                  </a:lnTo>
                  <a:lnTo>
                    <a:pt x="486638" y="51296"/>
                  </a:lnTo>
                  <a:lnTo>
                    <a:pt x="529957" y="35994"/>
                  </a:lnTo>
                  <a:lnTo>
                    <a:pt x="574430" y="23274"/>
                  </a:lnTo>
                  <a:lnTo>
                    <a:pt x="619967" y="13225"/>
                  </a:lnTo>
                  <a:lnTo>
                    <a:pt x="666479" y="5937"/>
                  </a:lnTo>
                  <a:lnTo>
                    <a:pt x="713876" y="1499"/>
                  </a:lnTo>
                  <a:lnTo>
                    <a:pt x="762071" y="0"/>
                  </a:lnTo>
                  <a:lnTo>
                    <a:pt x="810265" y="1499"/>
                  </a:lnTo>
                  <a:lnTo>
                    <a:pt x="857663" y="5937"/>
                  </a:lnTo>
                  <a:lnTo>
                    <a:pt x="904174" y="13225"/>
                  </a:lnTo>
                  <a:lnTo>
                    <a:pt x="949711" y="23274"/>
                  </a:lnTo>
                  <a:lnTo>
                    <a:pt x="994184" y="35994"/>
                  </a:lnTo>
                  <a:lnTo>
                    <a:pt x="1037503" y="51296"/>
                  </a:lnTo>
                  <a:lnTo>
                    <a:pt x="1079579" y="69091"/>
                  </a:lnTo>
                  <a:lnTo>
                    <a:pt x="1120323" y="89289"/>
                  </a:lnTo>
                  <a:lnTo>
                    <a:pt x="1159645" y="111801"/>
                  </a:lnTo>
                  <a:lnTo>
                    <a:pt x="1197457" y="136538"/>
                  </a:lnTo>
                  <a:lnTo>
                    <a:pt x="1233669" y="163411"/>
                  </a:lnTo>
                  <a:lnTo>
                    <a:pt x="1268191" y="192330"/>
                  </a:lnTo>
                  <a:lnTo>
                    <a:pt x="1300935" y="223206"/>
                  </a:lnTo>
                  <a:lnTo>
                    <a:pt x="1331811" y="255950"/>
                  </a:lnTo>
                  <a:lnTo>
                    <a:pt x="1360730" y="290473"/>
                  </a:lnTo>
                  <a:lnTo>
                    <a:pt x="1387603" y="326684"/>
                  </a:lnTo>
                  <a:lnTo>
                    <a:pt x="1412340" y="364496"/>
                  </a:lnTo>
                  <a:lnTo>
                    <a:pt x="1434852" y="403818"/>
                  </a:lnTo>
                  <a:lnTo>
                    <a:pt x="1455051" y="444562"/>
                  </a:lnTo>
                  <a:lnTo>
                    <a:pt x="1472845" y="486638"/>
                  </a:lnTo>
                  <a:lnTo>
                    <a:pt x="1488147" y="529957"/>
                  </a:lnTo>
                  <a:lnTo>
                    <a:pt x="1500867" y="574430"/>
                  </a:lnTo>
                  <a:lnTo>
                    <a:pt x="1510916" y="619967"/>
                  </a:lnTo>
                  <a:lnTo>
                    <a:pt x="1518204" y="666479"/>
                  </a:lnTo>
                  <a:lnTo>
                    <a:pt x="1522642" y="713876"/>
                  </a:lnTo>
                  <a:lnTo>
                    <a:pt x="1524142" y="762071"/>
                  </a:lnTo>
                  <a:lnTo>
                    <a:pt x="1522642" y="810265"/>
                  </a:lnTo>
                  <a:lnTo>
                    <a:pt x="1518204" y="857663"/>
                  </a:lnTo>
                  <a:lnTo>
                    <a:pt x="1510916" y="904174"/>
                  </a:lnTo>
                  <a:lnTo>
                    <a:pt x="1500867" y="949711"/>
                  </a:lnTo>
                  <a:lnTo>
                    <a:pt x="1488147" y="994184"/>
                  </a:lnTo>
                  <a:lnTo>
                    <a:pt x="1472845" y="1037503"/>
                  </a:lnTo>
                  <a:lnTo>
                    <a:pt x="1455051" y="1079579"/>
                  </a:lnTo>
                  <a:lnTo>
                    <a:pt x="1434852" y="1120323"/>
                  </a:lnTo>
                  <a:lnTo>
                    <a:pt x="1412340" y="1159645"/>
                  </a:lnTo>
                  <a:lnTo>
                    <a:pt x="1387603" y="1197457"/>
                  </a:lnTo>
                  <a:lnTo>
                    <a:pt x="1360730" y="1233669"/>
                  </a:lnTo>
                  <a:lnTo>
                    <a:pt x="1331811" y="1268191"/>
                  </a:lnTo>
                  <a:lnTo>
                    <a:pt x="1300935" y="1300935"/>
                  </a:lnTo>
                  <a:lnTo>
                    <a:pt x="1268191" y="1331811"/>
                  </a:lnTo>
                  <a:lnTo>
                    <a:pt x="1233669" y="1360730"/>
                  </a:lnTo>
                  <a:lnTo>
                    <a:pt x="1197457" y="1387603"/>
                  </a:lnTo>
                  <a:lnTo>
                    <a:pt x="1159645" y="1412340"/>
                  </a:lnTo>
                  <a:lnTo>
                    <a:pt x="1120323" y="1434852"/>
                  </a:lnTo>
                  <a:lnTo>
                    <a:pt x="1079579" y="1455051"/>
                  </a:lnTo>
                  <a:lnTo>
                    <a:pt x="1037503" y="1472845"/>
                  </a:lnTo>
                  <a:lnTo>
                    <a:pt x="994184" y="1488147"/>
                  </a:lnTo>
                  <a:lnTo>
                    <a:pt x="949711" y="1500867"/>
                  </a:lnTo>
                  <a:lnTo>
                    <a:pt x="904174" y="1510916"/>
                  </a:lnTo>
                  <a:lnTo>
                    <a:pt x="857663" y="1518204"/>
                  </a:lnTo>
                  <a:lnTo>
                    <a:pt x="810265" y="1522642"/>
                  </a:lnTo>
                  <a:lnTo>
                    <a:pt x="762071" y="1524142"/>
                  </a:lnTo>
                  <a:lnTo>
                    <a:pt x="713876" y="1522642"/>
                  </a:lnTo>
                  <a:lnTo>
                    <a:pt x="666479" y="1518204"/>
                  </a:lnTo>
                  <a:lnTo>
                    <a:pt x="619967" y="1510916"/>
                  </a:lnTo>
                  <a:lnTo>
                    <a:pt x="574430" y="1500867"/>
                  </a:lnTo>
                  <a:lnTo>
                    <a:pt x="529957" y="1488147"/>
                  </a:lnTo>
                  <a:lnTo>
                    <a:pt x="486638" y="1472845"/>
                  </a:lnTo>
                  <a:lnTo>
                    <a:pt x="444562" y="1455051"/>
                  </a:lnTo>
                  <a:lnTo>
                    <a:pt x="403818" y="1434852"/>
                  </a:lnTo>
                  <a:lnTo>
                    <a:pt x="364496" y="1412340"/>
                  </a:lnTo>
                  <a:lnTo>
                    <a:pt x="326684" y="1387603"/>
                  </a:lnTo>
                  <a:lnTo>
                    <a:pt x="290473" y="1360730"/>
                  </a:lnTo>
                  <a:lnTo>
                    <a:pt x="255950" y="1331811"/>
                  </a:lnTo>
                  <a:lnTo>
                    <a:pt x="223206" y="1300935"/>
                  </a:lnTo>
                  <a:lnTo>
                    <a:pt x="192330" y="1268191"/>
                  </a:lnTo>
                  <a:lnTo>
                    <a:pt x="163411" y="1233669"/>
                  </a:lnTo>
                  <a:lnTo>
                    <a:pt x="136538" y="1197457"/>
                  </a:lnTo>
                  <a:lnTo>
                    <a:pt x="111801" y="1159645"/>
                  </a:lnTo>
                  <a:lnTo>
                    <a:pt x="89289" y="1120323"/>
                  </a:lnTo>
                  <a:lnTo>
                    <a:pt x="69091" y="1079579"/>
                  </a:lnTo>
                  <a:lnTo>
                    <a:pt x="51296" y="1037503"/>
                  </a:lnTo>
                  <a:lnTo>
                    <a:pt x="35994" y="994184"/>
                  </a:lnTo>
                  <a:lnTo>
                    <a:pt x="23274" y="949711"/>
                  </a:lnTo>
                  <a:lnTo>
                    <a:pt x="13225" y="904174"/>
                  </a:lnTo>
                  <a:lnTo>
                    <a:pt x="5937" y="857663"/>
                  </a:lnTo>
                  <a:lnTo>
                    <a:pt x="1499" y="810265"/>
                  </a:lnTo>
                  <a:lnTo>
                    <a:pt x="0" y="762071"/>
                  </a:lnTo>
                  <a:close/>
                </a:path>
              </a:pathLst>
            </a:custGeom>
            <a:ln w="157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082294" y="4471272"/>
              <a:ext cx="3604260" cy="1007744"/>
            </a:xfrm>
            <a:custGeom>
              <a:avLst/>
              <a:gdLst/>
              <a:ahLst/>
              <a:cxnLst/>
              <a:rect l="l" t="t" r="r" b="b"/>
              <a:pathLst>
                <a:path w="3604259" h="1007745">
                  <a:moveTo>
                    <a:pt x="3435706" y="0"/>
                  </a:moveTo>
                  <a:lnTo>
                    <a:pt x="167963" y="0"/>
                  </a:lnTo>
                  <a:lnTo>
                    <a:pt x="123312" y="5999"/>
                  </a:lnTo>
                  <a:lnTo>
                    <a:pt x="83190" y="22932"/>
                  </a:lnTo>
                  <a:lnTo>
                    <a:pt x="49196" y="49196"/>
                  </a:lnTo>
                  <a:lnTo>
                    <a:pt x="22932" y="83190"/>
                  </a:lnTo>
                  <a:lnTo>
                    <a:pt x="5999" y="123312"/>
                  </a:lnTo>
                  <a:lnTo>
                    <a:pt x="0" y="167963"/>
                  </a:lnTo>
                  <a:lnTo>
                    <a:pt x="0" y="839765"/>
                  </a:lnTo>
                  <a:lnTo>
                    <a:pt x="5999" y="884414"/>
                  </a:lnTo>
                  <a:lnTo>
                    <a:pt x="22932" y="924535"/>
                  </a:lnTo>
                  <a:lnTo>
                    <a:pt x="49196" y="958527"/>
                  </a:lnTo>
                  <a:lnTo>
                    <a:pt x="83190" y="984788"/>
                  </a:lnTo>
                  <a:lnTo>
                    <a:pt x="123312" y="1001718"/>
                  </a:lnTo>
                  <a:lnTo>
                    <a:pt x="167963" y="1007718"/>
                  </a:lnTo>
                  <a:lnTo>
                    <a:pt x="3435706" y="1007718"/>
                  </a:lnTo>
                  <a:lnTo>
                    <a:pt x="3480353" y="1001718"/>
                  </a:lnTo>
                  <a:lnTo>
                    <a:pt x="3520472" y="984788"/>
                  </a:lnTo>
                  <a:lnTo>
                    <a:pt x="3554465" y="958527"/>
                  </a:lnTo>
                  <a:lnTo>
                    <a:pt x="3580727" y="924535"/>
                  </a:lnTo>
                  <a:lnTo>
                    <a:pt x="3597659" y="884414"/>
                  </a:lnTo>
                  <a:lnTo>
                    <a:pt x="3603659" y="839765"/>
                  </a:lnTo>
                  <a:lnTo>
                    <a:pt x="3603659" y="167963"/>
                  </a:lnTo>
                  <a:lnTo>
                    <a:pt x="3597659" y="123312"/>
                  </a:lnTo>
                  <a:lnTo>
                    <a:pt x="3580727" y="83190"/>
                  </a:lnTo>
                  <a:lnTo>
                    <a:pt x="3554465" y="49196"/>
                  </a:lnTo>
                  <a:lnTo>
                    <a:pt x="3520472" y="22932"/>
                  </a:lnTo>
                  <a:lnTo>
                    <a:pt x="3480353" y="5999"/>
                  </a:lnTo>
                  <a:lnTo>
                    <a:pt x="3435706" y="0"/>
                  </a:lnTo>
                  <a:close/>
                </a:path>
              </a:pathLst>
            </a:custGeom>
            <a:solidFill>
              <a:srgbClr val="0094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813309" y="4535737"/>
            <a:ext cx="2227580" cy="844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>
                <a:solidFill>
                  <a:srgbClr val="FFFFFF"/>
                </a:solidFill>
                <a:latin typeface="Montserrat"/>
                <a:cs typeface="Montserrat"/>
              </a:rPr>
              <a:t>4</a:t>
            </a:r>
            <a:r>
              <a:rPr sz="2650" b="1" spc="-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650" b="0">
                <a:solidFill>
                  <a:srgbClr val="FFFFFF"/>
                </a:solidFill>
                <a:latin typeface="Montserrat Light"/>
                <a:cs typeface="Montserrat Light"/>
              </a:rPr>
              <a:t>Green</a:t>
            </a:r>
            <a:r>
              <a:rPr sz="2650" b="0" spc="-55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2650" b="0" spc="-20">
                <a:solidFill>
                  <a:srgbClr val="FFFFFF"/>
                </a:solidFill>
                <a:latin typeface="Montserrat Light"/>
                <a:cs typeface="Montserrat Light"/>
              </a:rPr>
              <a:t>Keys</a:t>
            </a:r>
            <a:endParaRPr sz="2650">
              <a:latin typeface="Montserrat Light"/>
              <a:cs typeface="Montserrat Ligh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b="0" i="1" spc="-25">
                <a:solidFill>
                  <a:srgbClr val="FFFFFF"/>
                </a:solidFill>
                <a:latin typeface="Montserrat Light"/>
                <a:cs typeface="Montserrat Light"/>
              </a:rPr>
              <a:t>60%-</a:t>
            </a:r>
            <a:r>
              <a:rPr sz="2650" b="0" i="1" spc="-10">
                <a:solidFill>
                  <a:srgbClr val="FFFFFF"/>
                </a:solidFill>
                <a:latin typeface="Montserrat Light"/>
                <a:cs typeface="Montserrat Light"/>
              </a:rPr>
              <a:t>79.9%</a:t>
            </a:r>
            <a:endParaRPr sz="2650">
              <a:latin typeface="Montserrat Light"/>
              <a:cs typeface="Montserrat Ligh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198656" y="3773602"/>
            <a:ext cx="1539875" cy="1539875"/>
            <a:chOff x="13198656" y="3773602"/>
            <a:chExt cx="1539875" cy="1539875"/>
          </a:xfrm>
        </p:grpSpPr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206509" y="3781455"/>
              <a:ext cx="1524140" cy="152414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3206509" y="3781455"/>
              <a:ext cx="1524635" cy="1524635"/>
            </a:xfrm>
            <a:custGeom>
              <a:avLst/>
              <a:gdLst/>
              <a:ahLst/>
              <a:cxnLst/>
              <a:rect l="l" t="t" r="r" b="b"/>
              <a:pathLst>
                <a:path w="1524634" h="1524635">
                  <a:moveTo>
                    <a:pt x="0" y="762071"/>
                  </a:moveTo>
                  <a:lnTo>
                    <a:pt x="1499" y="713876"/>
                  </a:lnTo>
                  <a:lnTo>
                    <a:pt x="5937" y="666479"/>
                  </a:lnTo>
                  <a:lnTo>
                    <a:pt x="13225" y="619967"/>
                  </a:lnTo>
                  <a:lnTo>
                    <a:pt x="23274" y="574430"/>
                  </a:lnTo>
                  <a:lnTo>
                    <a:pt x="35994" y="529957"/>
                  </a:lnTo>
                  <a:lnTo>
                    <a:pt x="51296" y="486638"/>
                  </a:lnTo>
                  <a:lnTo>
                    <a:pt x="69091" y="444562"/>
                  </a:lnTo>
                  <a:lnTo>
                    <a:pt x="89289" y="403818"/>
                  </a:lnTo>
                  <a:lnTo>
                    <a:pt x="111801" y="364496"/>
                  </a:lnTo>
                  <a:lnTo>
                    <a:pt x="136538" y="326684"/>
                  </a:lnTo>
                  <a:lnTo>
                    <a:pt x="163411" y="290473"/>
                  </a:lnTo>
                  <a:lnTo>
                    <a:pt x="192330" y="255950"/>
                  </a:lnTo>
                  <a:lnTo>
                    <a:pt x="223206" y="223206"/>
                  </a:lnTo>
                  <a:lnTo>
                    <a:pt x="255950" y="192330"/>
                  </a:lnTo>
                  <a:lnTo>
                    <a:pt x="290473" y="163411"/>
                  </a:lnTo>
                  <a:lnTo>
                    <a:pt x="326684" y="136538"/>
                  </a:lnTo>
                  <a:lnTo>
                    <a:pt x="364496" y="111801"/>
                  </a:lnTo>
                  <a:lnTo>
                    <a:pt x="403818" y="89289"/>
                  </a:lnTo>
                  <a:lnTo>
                    <a:pt x="444562" y="69091"/>
                  </a:lnTo>
                  <a:lnTo>
                    <a:pt x="486638" y="51296"/>
                  </a:lnTo>
                  <a:lnTo>
                    <a:pt x="529957" y="35994"/>
                  </a:lnTo>
                  <a:lnTo>
                    <a:pt x="574430" y="23274"/>
                  </a:lnTo>
                  <a:lnTo>
                    <a:pt x="619967" y="13225"/>
                  </a:lnTo>
                  <a:lnTo>
                    <a:pt x="666479" y="5937"/>
                  </a:lnTo>
                  <a:lnTo>
                    <a:pt x="713876" y="1499"/>
                  </a:lnTo>
                  <a:lnTo>
                    <a:pt x="762071" y="0"/>
                  </a:lnTo>
                  <a:lnTo>
                    <a:pt x="810265" y="1499"/>
                  </a:lnTo>
                  <a:lnTo>
                    <a:pt x="857663" y="5937"/>
                  </a:lnTo>
                  <a:lnTo>
                    <a:pt x="904174" y="13225"/>
                  </a:lnTo>
                  <a:lnTo>
                    <a:pt x="949711" y="23274"/>
                  </a:lnTo>
                  <a:lnTo>
                    <a:pt x="994184" y="35994"/>
                  </a:lnTo>
                  <a:lnTo>
                    <a:pt x="1037503" y="51296"/>
                  </a:lnTo>
                  <a:lnTo>
                    <a:pt x="1079579" y="69091"/>
                  </a:lnTo>
                  <a:lnTo>
                    <a:pt x="1120323" y="89289"/>
                  </a:lnTo>
                  <a:lnTo>
                    <a:pt x="1159645" y="111801"/>
                  </a:lnTo>
                  <a:lnTo>
                    <a:pt x="1197457" y="136538"/>
                  </a:lnTo>
                  <a:lnTo>
                    <a:pt x="1233669" y="163411"/>
                  </a:lnTo>
                  <a:lnTo>
                    <a:pt x="1268191" y="192330"/>
                  </a:lnTo>
                  <a:lnTo>
                    <a:pt x="1300935" y="223206"/>
                  </a:lnTo>
                  <a:lnTo>
                    <a:pt x="1331811" y="255950"/>
                  </a:lnTo>
                  <a:lnTo>
                    <a:pt x="1360730" y="290473"/>
                  </a:lnTo>
                  <a:lnTo>
                    <a:pt x="1387603" y="326684"/>
                  </a:lnTo>
                  <a:lnTo>
                    <a:pt x="1412340" y="364496"/>
                  </a:lnTo>
                  <a:lnTo>
                    <a:pt x="1434852" y="403818"/>
                  </a:lnTo>
                  <a:lnTo>
                    <a:pt x="1455051" y="444562"/>
                  </a:lnTo>
                  <a:lnTo>
                    <a:pt x="1472845" y="486638"/>
                  </a:lnTo>
                  <a:lnTo>
                    <a:pt x="1488147" y="529957"/>
                  </a:lnTo>
                  <a:lnTo>
                    <a:pt x="1500867" y="574430"/>
                  </a:lnTo>
                  <a:lnTo>
                    <a:pt x="1510916" y="619967"/>
                  </a:lnTo>
                  <a:lnTo>
                    <a:pt x="1518204" y="666479"/>
                  </a:lnTo>
                  <a:lnTo>
                    <a:pt x="1522642" y="713876"/>
                  </a:lnTo>
                  <a:lnTo>
                    <a:pt x="1524142" y="762071"/>
                  </a:lnTo>
                  <a:lnTo>
                    <a:pt x="1522642" y="810265"/>
                  </a:lnTo>
                  <a:lnTo>
                    <a:pt x="1518204" y="857663"/>
                  </a:lnTo>
                  <a:lnTo>
                    <a:pt x="1510916" y="904174"/>
                  </a:lnTo>
                  <a:lnTo>
                    <a:pt x="1500867" y="949711"/>
                  </a:lnTo>
                  <a:lnTo>
                    <a:pt x="1488147" y="994184"/>
                  </a:lnTo>
                  <a:lnTo>
                    <a:pt x="1472845" y="1037503"/>
                  </a:lnTo>
                  <a:lnTo>
                    <a:pt x="1455051" y="1079579"/>
                  </a:lnTo>
                  <a:lnTo>
                    <a:pt x="1434852" y="1120323"/>
                  </a:lnTo>
                  <a:lnTo>
                    <a:pt x="1412340" y="1159645"/>
                  </a:lnTo>
                  <a:lnTo>
                    <a:pt x="1387603" y="1197457"/>
                  </a:lnTo>
                  <a:lnTo>
                    <a:pt x="1360730" y="1233669"/>
                  </a:lnTo>
                  <a:lnTo>
                    <a:pt x="1331811" y="1268191"/>
                  </a:lnTo>
                  <a:lnTo>
                    <a:pt x="1300935" y="1300935"/>
                  </a:lnTo>
                  <a:lnTo>
                    <a:pt x="1268191" y="1331811"/>
                  </a:lnTo>
                  <a:lnTo>
                    <a:pt x="1233669" y="1360730"/>
                  </a:lnTo>
                  <a:lnTo>
                    <a:pt x="1197457" y="1387603"/>
                  </a:lnTo>
                  <a:lnTo>
                    <a:pt x="1159645" y="1412340"/>
                  </a:lnTo>
                  <a:lnTo>
                    <a:pt x="1120323" y="1434852"/>
                  </a:lnTo>
                  <a:lnTo>
                    <a:pt x="1079579" y="1455051"/>
                  </a:lnTo>
                  <a:lnTo>
                    <a:pt x="1037503" y="1472845"/>
                  </a:lnTo>
                  <a:lnTo>
                    <a:pt x="994184" y="1488147"/>
                  </a:lnTo>
                  <a:lnTo>
                    <a:pt x="949711" y="1500867"/>
                  </a:lnTo>
                  <a:lnTo>
                    <a:pt x="904174" y="1510916"/>
                  </a:lnTo>
                  <a:lnTo>
                    <a:pt x="857663" y="1518204"/>
                  </a:lnTo>
                  <a:lnTo>
                    <a:pt x="810265" y="1522642"/>
                  </a:lnTo>
                  <a:lnTo>
                    <a:pt x="762071" y="1524142"/>
                  </a:lnTo>
                  <a:lnTo>
                    <a:pt x="713876" y="1522642"/>
                  </a:lnTo>
                  <a:lnTo>
                    <a:pt x="666479" y="1518204"/>
                  </a:lnTo>
                  <a:lnTo>
                    <a:pt x="619967" y="1510916"/>
                  </a:lnTo>
                  <a:lnTo>
                    <a:pt x="574430" y="1500867"/>
                  </a:lnTo>
                  <a:lnTo>
                    <a:pt x="529957" y="1488147"/>
                  </a:lnTo>
                  <a:lnTo>
                    <a:pt x="486638" y="1472845"/>
                  </a:lnTo>
                  <a:lnTo>
                    <a:pt x="444562" y="1455051"/>
                  </a:lnTo>
                  <a:lnTo>
                    <a:pt x="403818" y="1434852"/>
                  </a:lnTo>
                  <a:lnTo>
                    <a:pt x="364496" y="1412340"/>
                  </a:lnTo>
                  <a:lnTo>
                    <a:pt x="326684" y="1387603"/>
                  </a:lnTo>
                  <a:lnTo>
                    <a:pt x="290473" y="1360730"/>
                  </a:lnTo>
                  <a:lnTo>
                    <a:pt x="255950" y="1331811"/>
                  </a:lnTo>
                  <a:lnTo>
                    <a:pt x="223206" y="1300935"/>
                  </a:lnTo>
                  <a:lnTo>
                    <a:pt x="192330" y="1268191"/>
                  </a:lnTo>
                  <a:lnTo>
                    <a:pt x="163411" y="1233669"/>
                  </a:lnTo>
                  <a:lnTo>
                    <a:pt x="136538" y="1197457"/>
                  </a:lnTo>
                  <a:lnTo>
                    <a:pt x="111801" y="1159645"/>
                  </a:lnTo>
                  <a:lnTo>
                    <a:pt x="89289" y="1120323"/>
                  </a:lnTo>
                  <a:lnTo>
                    <a:pt x="69091" y="1079579"/>
                  </a:lnTo>
                  <a:lnTo>
                    <a:pt x="51296" y="1037503"/>
                  </a:lnTo>
                  <a:lnTo>
                    <a:pt x="35994" y="994184"/>
                  </a:lnTo>
                  <a:lnTo>
                    <a:pt x="23274" y="949711"/>
                  </a:lnTo>
                  <a:lnTo>
                    <a:pt x="13225" y="904174"/>
                  </a:lnTo>
                  <a:lnTo>
                    <a:pt x="5937" y="857663"/>
                  </a:lnTo>
                  <a:lnTo>
                    <a:pt x="1499" y="810265"/>
                  </a:lnTo>
                  <a:lnTo>
                    <a:pt x="0" y="762071"/>
                  </a:lnTo>
                  <a:close/>
                </a:path>
              </a:pathLst>
            </a:custGeom>
            <a:ln w="157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14643951" y="2654372"/>
            <a:ext cx="3287395" cy="1009015"/>
          </a:xfrm>
          <a:custGeom>
            <a:avLst/>
            <a:gdLst/>
            <a:ahLst/>
            <a:cxnLst/>
            <a:rect l="l" t="t" r="r" b="b"/>
            <a:pathLst>
              <a:path w="3287394" h="1009014">
                <a:moveTo>
                  <a:pt x="3118857" y="0"/>
                </a:moveTo>
                <a:lnTo>
                  <a:pt x="168162" y="0"/>
                </a:lnTo>
                <a:lnTo>
                  <a:pt x="123457" y="6006"/>
                </a:lnTo>
                <a:lnTo>
                  <a:pt x="83286" y="22958"/>
                </a:lnTo>
                <a:lnTo>
                  <a:pt x="49252" y="49252"/>
                </a:lnTo>
                <a:lnTo>
                  <a:pt x="22958" y="83286"/>
                </a:lnTo>
                <a:lnTo>
                  <a:pt x="6006" y="123457"/>
                </a:lnTo>
                <a:lnTo>
                  <a:pt x="0" y="168162"/>
                </a:lnTo>
                <a:lnTo>
                  <a:pt x="0" y="840801"/>
                </a:lnTo>
                <a:lnTo>
                  <a:pt x="6006" y="885507"/>
                </a:lnTo>
                <a:lnTo>
                  <a:pt x="22958" y="925680"/>
                </a:lnTo>
                <a:lnTo>
                  <a:pt x="49252" y="959716"/>
                </a:lnTo>
                <a:lnTo>
                  <a:pt x="83286" y="986013"/>
                </a:lnTo>
                <a:lnTo>
                  <a:pt x="123457" y="1002967"/>
                </a:lnTo>
                <a:lnTo>
                  <a:pt x="168162" y="1008974"/>
                </a:lnTo>
                <a:lnTo>
                  <a:pt x="3118857" y="1008974"/>
                </a:lnTo>
                <a:lnTo>
                  <a:pt x="3163563" y="1002967"/>
                </a:lnTo>
                <a:lnTo>
                  <a:pt x="3203734" y="986013"/>
                </a:lnTo>
                <a:lnTo>
                  <a:pt x="3237767" y="959716"/>
                </a:lnTo>
                <a:lnTo>
                  <a:pt x="3264061" y="925680"/>
                </a:lnTo>
                <a:lnTo>
                  <a:pt x="3281013" y="885507"/>
                </a:lnTo>
                <a:lnTo>
                  <a:pt x="3287020" y="840801"/>
                </a:lnTo>
                <a:lnTo>
                  <a:pt x="3287020" y="168162"/>
                </a:lnTo>
                <a:lnTo>
                  <a:pt x="3281013" y="123457"/>
                </a:lnTo>
                <a:lnTo>
                  <a:pt x="3264061" y="83286"/>
                </a:lnTo>
                <a:lnTo>
                  <a:pt x="3237767" y="49252"/>
                </a:lnTo>
                <a:lnTo>
                  <a:pt x="3203734" y="22958"/>
                </a:lnTo>
                <a:lnTo>
                  <a:pt x="3163563" y="6006"/>
                </a:lnTo>
                <a:lnTo>
                  <a:pt x="3118857" y="0"/>
                </a:lnTo>
                <a:close/>
              </a:path>
            </a:pathLst>
          </a:custGeom>
          <a:solidFill>
            <a:srgbClr val="0094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375566" y="2719531"/>
            <a:ext cx="2196465" cy="844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>
                <a:solidFill>
                  <a:srgbClr val="FFFFFF"/>
                </a:solidFill>
                <a:latin typeface="Montserrat"/>
                <a:cs typeface="Montserrat"/>
              </a:rPr>
              <a:t>5</a:t>
            </a:r>
            <a:r>
              <a:rPr sz="2650" b="1" spc="-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sz="2650" b="0">
                <a:solidFill>
                  <a:srgbClr val="FFFFFF"/>
                </a:solidFill>
                <a:latin typeface="Montserrat Light"/>
                <a:cs typeface="Montserrat Light"/>
              </a:rPr>
              <a:t>Green</a:t>
            </a:r>
            <a:r>
              <a:rPr sz="2650" b="0" spc="-55">
                <a:solidFill>
                  <a:srgbClr val="FFFFFF"/>
                </a:solidFill>
                <a:latin typeface="Montserrat Light"/>
                <a:cs typeface="Montserrat Light"/>
              </a:rPr>
              <a:t> </a:t>
            </a:r>
            <a:r>
              <a:rPr sz="2650" b="0" spc="-20">
                <a:solidFill>
                  <a:srgbClr val="FFFFFF"/>
                </a:solidFill>
                <a:latin typeface="Montserrat Light"/>
                <a:cs typeface="Montserrat Light"/>
              </a:rPr>
              <a:t>Keys</a:t>
            </a:r>
            <a:endParaRPr sz="2650">
              <a:latin typeface="Montserrat Light"/>
              <a:cs typeface="Montserrat Light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50" b="0" i="1" spc="-25">
                <a:solidFill>
                  <a:srgbClr val="FFFFFF"/>
                </a:solidFill>
                <a:latin typeface="Montserrat Light"/>
                <a:cs typeface="Montserrat Light"/>
              </a:rPr>
              <a:t>80%-</a:t>
            </a:r>
            <a:r>
              <a:rPr sz="2650" b="0" i="1" spc="-20">
                <a:solidFill>
                  <a:srgbClr val="FFFFFF"/>
                </a:solidFill>
                <a:latin typeface="Montserrat Light"/>
                <a:cs typeface="Montserrat Light"/>
              </a:rPr>
              <a:t>100%</a:t>
            </a:r>
            <a:endParaRPr sz="2650">
              <a:latin typeface="Montserrat Light"/>
              <a:cs typeface="Montserrat Ligh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653510" y="1804656"/>
            <a:ext cx="1539875" cy="1538605"/>
            <a:chOff x="13653510" y="1804656"/>
            <a:chExt cx="1539875" cy="1538605"/>
          </a:xfrm>
        </p:grpSpPr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661363" y="1812510"/>
              <a:ext cx="1524140" cy="152288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3661363" y="1812509"/>
              <a:ext cx="1524635" cy="1523365"/>
            </a:xfrm>
            <a:custGeom>
              <a:avLst/>
              <a:gdLst/>
              <a:ahLst/>
              <a:cxnLst/>
              <a:rect l="l" t="t" r="r" b="b"/>
              <a:pathLst>
                <a:path w="1524634" h="1523364">
                  <a:moveTo>
                    <a:pt x="0" y="761442"/>
                  </a:moveTo>
                  <a:lnTo>
                    <a:pt x="1499" y="713288"/>
                  </a:lnTo>
                  <a:lnTo>
                    <a:pt x="5937" y="665929"/>
                  </a:lnTo>
                  <a:lnTo>
                    <a:pt x="13225" y="619455"/>
                  </a:lnTo>
                  <a:lnTo>
                    <a:pt x="23274" y="573956"/>
                  </a:lnTo>
                  <a:lnTo>
                    <a:pt x="35994" y="529520"/>
                  </a:lnTo>
                  <a:lnTo>
                    <a:pt x="51296" y="486237"/>
                  </a:lnTo>
                  <a:lnTo>
                    <a:pt x="69091" y="444195"/>
                  </a:lnTo>
                  <a:lnTo>
                    <a:pt x="89289" y="403485"/>
                  </a:lnTo>
                  <a:lnTo>
                    <a:pt x="111801" y="364195"/>
                  </a:lnTo>
                  <a:lnTo>
                    <a:pt x="136538" y="326414"/>
                  </a:lnTo>
                  <a:lnTo>
                    <a:pt x="163411" y="290232"/>
                  </a:lnTo>
                  <a:lnTo>
                    <a:pt x="192330" y="255738"/>
                  </a:lnTo>
                  <a:lnTo>
                    <a:pt x="223206" y="223022"/>
                  </a:lnTo>
                  <a:lnTo>
                    <a:pt x="255950" y="192171"/>
                  </a:lnTo>
                  <a:lnTo>
                    <a:pt x="290473" y="163276"/>
                  </a:lnTo>
                  <a:lnTo>
                    <a:pt x="326684" y="136425"/>
                  </a:lnTo>
                  <a:lnTo>
                    <a:pt x="364496" y="111708"/>
                  </a:lnTo>
                  <a:lnTo>
                    <a:pt x="403818" y="89215"/>
                  </a:lnTo>
                  <a:lnTo>
                    <a:pt x="444562" y="69033"/>
                  </a:lnTo>
                  <a:lnTo>
                    <a:pt x="486638" y="51253"/>
                  </a:lnTo>
                  <a:lnTo>
                    <a:pt x="529957" y="35964"/>
                  </a:lnTo>
                  <a:lnTo>
                    <a:pt x="574430" y="23255"/>
                  </a:lnTo>
                  <a:lnTo>
                    <a:pt x="619967" y="13214"/>
                  </a:lnTo>
                  <a:lnTo>
                    <a:pt x="666479" y="5932"/>
                  </a:lnTo>
                  <a:lnTo>
                    <a:pt x="713876" y="1498"/>
                  </a:lnTo>
                  <a:lnTo>
                    <a:pt x="762071" y="0"/>
                  </a:lnTo>
                  <a:lnTo>
                    <a:pt x="810265" y="1498"/>
                  </a:lnTo>
                  <a:lnTo>
                    <a:pt x="857663" y="5932"/>
                  </a:lnTo>
                  <a:lnTo>
                    <a:pt x="904174" y="13214"/>
                  </a:lnTo>
                  <a:lnTo>
                    <a:pt x="949711" y="23255"/>
                  </a:lnTo>
                  <a:lnTo>
                    <a:pt x="994184" y="35964"/>
                  </a:lnTo>
                  <a:lnTo>
                    <a:pt x="1037503" y="51253"/>
                  </a:lnTo>
                  <a:lnTo>
                    <a:pt x="1079579" y="69033"/>
                  </a:lnTo>
                  <a:lnTo>
                    <a:pt x="1120323" y="89215"/>
                  </a:lnTo>
                  <a:lnTo>
                    <a:pt x="1159645" y="111708"/>
                  </a:lnTo>
                  <a:lnTo>
                    <a:pt x="1197457" y="136425"/>
                  </a:lnTo>
                  <a:lnTo>
                    <a:pt x="1233669" y="163276"/>
                  </a:lnTo>
                  <a:lnTo>
                    <a:pt x="1268191" y="192171"/>
                  </a:lnTo>
                  <a:lnTo>
                    <a:pt x="1300935" y="223022"/>
                  </a:lnTo>
                  <a:lnTo>
                    <a:pt x="1331811" y="255738"/>
                  </a:lnTo>
                  <a:lnTo>
                    <a:pt x="1360730" y="290232"/>
                  </a:lnTo>
                  <a:lnTo>
                    <a:pt x="1387603" y="326414"/>
                  </a:lnTo>
                  <a:lnTo>
                    <a:pt x="1412340" y="364195"/>
                  </a:lnTo>
                  <a:lnTo>
                    <a:pt x="1434852" y="403485"/>
                  </a:lnTo>
                  <a:lnTo>
                    <a:pt x="1455051" y="444195"/>
                  </a:lnTo>
                  <a:lnTo>
                    <a:pt x="1472845" y="486237"/>
                  </a:lnTo>
                  <a:lnTo>
                    <a:pt x="1488147" y="529520"/>
                  </a:lnTo>
                  <a:lnTo>
                    <a:pt x="1500867" y="573956"/>
                  </a:lnTo>
                  <a:lnTo>
                    <a:pt x="1510916" y="619455"/>
                  </a:lnTo>
                  <a:lnTo>
                    <a:pt x="1518204" y="665929"/>
                  </a:lnTo>
                  <a:lnTo>
                    <a:pt x="1522642" y="713288"/>
                  </a:lnTo>
                  <a:lnTo>
                    <a:pt x="1524142" y="761442"/>
                  </a:lnTo>
                  <a:lnTo>
                    <a:pt x="1522642" y="809597"/>
                  </a:lnTo>
                  <a:lnTo>
                    <a:pt x="1518204" y="856956"/>
                  </a:lnTo>
                  <a:lnTo>
                    <a:pt x="1510916" y="903429"/>
                  </a:lnTo>
                  <a:lnTo>
                    <a:pt x="1500867" y="948929"/>
                  </a:lnTo>
                  <a:lnTo>
                    <a:pt x="1488147" y="993365"/>
                  </a:lnTo>
                  <a:lnTo>
                    <a:pt x="1472845" y="1036648"/>
                  </a:lnTo>
                  <a:lnTo>
                    <a:pt x="1455051" y="1078689"/>
                  </a:lnTo>
                  <a:lnTo>
                    <a:pt x="1434852" y="1119400"/>
                  </a:lnTo>
                  <a:lnTo>
                    <a:pt x="1412340" y="1158690"/>
                  </a:lnTo>
                  <a:lnTo>
                    <a:pt x="1387603" y="1196470"/>
                  </a:lnTo>
                  <a:lnTo>
                    <a:pt x="1360730" y="1232652"/>
                  </a:lnTo>
                  <a:lnTo>
                    <a:pt x="1331811" y="1267146"/>
                  </a:lnTo>
                  <a:lnTo>
                    <a:pt x="1300935" y="1299863"/>
                  </a:lnTo>
                  <a:lnTo>
                    <a:pt x="1268191" y="1330714"/>
                  </a:lnTo>
                  <a:lnTo>
                    <a:pt x="1233669" y="1359609"/>
                  </a:lnTo>
                  <a:lnTo>
                    <a:pt x="1197457" y="1386459"/>
                  </a:lnTo>
                  <a:lnTo>
                    <a:pt x="1159645" y="1411176"/>
                  </a:lnTo>
                  <a:lnTo>
                    <a:pt x="1120323" y="1433670"/>
                  </a:lnTo>
                  <a:lnTo>
                    <a:pt x="1079579" y="1453851"/>
                  </a:lnTo>
                  <a:lnTo>
                    <a:pt x="1037503" y="1471631"/>
                  </a:lnTo>
                  <a:lnTo>
                    <a:pt x="994184" y="1486920"/>
                  </a:lnTo>
                  <a:lnTo>
                    <a:pt x="949711" y="1499630"/>
                  </a:lnTo>
                  <a:lnTo>
                    <a:pt x="904174" y="1509670"/>
                  </a:lnTo>
                  <a:lnTo>
                    <a:pt x="857663" y="1516952"/>
                  </a:lnTo>
                  <a:lnTo>
                    <a:pt x="810265" y="1521387"/>
                  </a:lnTo>
                  <a:lnTo>
                    <a:pt x="762071" y="1522885"/>
                  </a:lnTo>
                  <a:lnTo>
                    <a:pt x="713876" y="1521387"/>
                  </a:lnTo>
                  <a:lnTo>
                    <a:pt x="666479" y="1516952"/>
                  </a:lnTo>
                  <a:lnTo>
                    <a:pt x="619967" y="1509670"/>
                  </a:lnTo>
                  <a:lnTo>
                    <a:pt x="574430" y="1499630"/>
                  </a:lnTo>
                  <a:lnTo>
                    <a:pt x="529957" y="1486920"/>
                  </a:lnTo>
                  <a:lnTo>
                    <a:pt x="486638" y="1471631"/>
                  </a:lnTo>
                  <a:lnTo>
                    <a:pt x="444562" y="1453851"/>
                  </a:lnTo>
                  <a:lnTo>
                    <a:pt x="403818" y="1433670"/>
                  </a:lnTo>
                  <a:lnTo>
                    <a:pt x="364496" y="1411176"/>
                  </a:lnTo>
                  <a:lnTo>
                    <a:pt x="326684" y="1386459"/>
                  </a:lnTo>
                  <a:lnTo>
                    <a:pt x="290473" y="1359609"/>
                  </a:lnTo>
                  <a:lnTo>
                    <a:pt x="255950" y="1330714"/>
                  </a:lnTo>
                  <a:lnTo>
                    <a:pt x="223206" y="1299863"/>
                  </a:lnTo>
                  <a:lnTo>
                    <a:pt x="192330" y="1267146"/>
                  </a:lnTo>
                  <a:lnTo>
                    <a:pt x="163411" y="1232652"/>
                  </a:lnTo>
                  <a:lnTo>
                    <a:pt x="136538" y="1196470"/>
                  </a:lnTo>
                  <a:lnTo>
                    <a:pt x="111801" y="1158690"/>
                  </a:lnTo>
                  <a:lnTo>
                    <a:pt x="89289" y="1119400"/>
                  </a:lnTo>
                  <a:lnTo>
                    <a:pt x="69091" y="1078689"/>
                  </a:lnTo>
                  <a:lnTo>
                    <a:pt x="51296" y="1036648"/>
                  </a:lnTo>
                  <a:lnTo>
                    <a:pt x="35994" y="993365"/>
                  </a:lnTo>
                  <a:lnTo>
                    <a:pt x="23274" y="948929"/>
                  </a:lnTo>
                  <a:lnTo>
                    <a:pt x="13225" y="903429"/>
                  </a:lnTo>
                  <a:lnTo>
                    <a:pt x="5937" y="856956"/>
                  </a:lnTo>
                  <a:lnTo>
                    <a:pt x="1499" y="809597"/>
                  </a:lnTo>
                  <a:lnTo>
                    <a:pt x="0" y="761442"/>
                  </a:lnTo>
                  <a:close/>
                </a:path>
              </a:pathLst>
            </a:custGeom>
            <a:ln w="157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655318" y="2918310"/>
            <a:ext cx="554799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16985" algn="l"/>
              </a:tabLst>
            </a:pPr>
            <a:r>
              <a:rPr sz="3950" b="1" spc="415">
                <a:solidFill>
                  <a:srgbClr val="585858"/>
                </a:solidFill>
                <a:latin typeface="Montserrat"/>
                <a:cs typeface="Montserrat"/>
              </a:rPr>
              <a:t>AWARDING</a:t>
            </a:r>
            <a:r>
              <a:rPr sz="3950" b="1">
                <a:solidFill>
                  <a:srgbClr val="585858"/>
                </a:solidFill>
                <a:latin typeface="Montserrat"/>
                <a:cs typeface="Montserrat"/>
              </a:rPr>
              <a:t>	</a:t>
            </a:r>
            <a:r>
              <a:rPr sz="3950" b="1" spc="245">
                <a:solidFill>
                  <a:srgbClr val="585858"/>
                </a:solidFill>
                <a:latin typeface="Montserrat"/>
                <a:cs typeface="Montserrat"/>
              </a:rPr>
              <a:t>YO</a:t>
            </a:r>
            <a:r>
              <a:rPr sz="3950" b="1" spc="-62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3950" b="1" spc="220">
                <a:solidFill>
                  <a:srgbClr val="585858"/>
                </a:solidFill>
                <a:latin typeface="Montserrat"/>
                <a:cs typeface="Montserrat"/>
              </a:rPr>
              <a:t>UR</a:t>
            </a:r>
            <a:endParaRPr sz="3950">
              <a:latin typeface="Montserrat"/>
              <a:cs typeface="Montserrat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50135" y="3878698"/>
            <a:ext cx="1738627" cy="653802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549703" y="4178941"/>
            <a:ext cx="276190" cy="156455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20121" y="3767246"/>
            <a:ext cx="3201117" cy="94393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66FC4E4-72A3-E5B6-B333-10B5A2DEAF65}"/>
              </a:ext>
            </a:extLst>
          </p:cNvPr>
          <p:cNvSpPr txBox="1"/>
          <p:nvPr/>
        </p:nvSpPr>
        <p:spPr>
          <a:xfrm>
            <a:off x="3841134" y="8275320"/>
            <a:ext cx="3991116" cy="147732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800" b="0" i="0" u="none" strike="noStrike" baseline="0" dirty="0">
                <a:latin typeface="Montserrat-Light" panose="00000400000000000000" pitchFamily="50" charset="0"/>
              </a:rPr>
              <a:t>A hotel that has taken first</a:t>
            </a:r>
          </a:p>
          <a:p>
            <a:pPr algn="l"/>
            <a:r>
              <a:rPr lang="en-CA" sz="1800" b="0" i="0" u="none" strike="noStrike" baseline="0" dirty="0">
                <a:latin typeface="Montserrat-Light" panose="00000400000000000000" pitchFamily="50" charset="0"/>
              </a:rPr>
              <a:t>steps to reduce environmental impacts by analyzing its operations and identifying opportunities for improvement.</a:t>
            </a:r>
            <a:endParaRPr lang="en-CA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355FBC-DD1D-3A1B-0ACB-A9CB7A78E2F4}"/>
              </a:ext>
            </a:extLst>
          </p:cNvPr>
          <p:cNvSpPr txBox="1"/>
          <p:nvPr/>
        </p:nvSpPr>
        <p:spPr>
          <a:xfrm>
            <a:off x="9458349" y="1827749"/>
            <a:ext cx="3991116" cy="147732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Montserrat-Light" panose="00000400000000000000" pitchFamily="50" charset="0"/>
              </a:rPr>
              <a:t>A hotel that exemplifies the</a:t>
            </a:r>
          </a:p>
          <a:p>
            <a:pPr algn="l"/>
            <a:r>
              <a:rPr lang="en-CA" sz="1800" b="0" i="0" u="none" strike="noStrike" baseline="0" dirty="0">
                <a:latin typeface="Montserrat-Light" panose="00000400000000000000" pitchFamily="50" charset="0"/>
              </a:rPr>
              <a:t>highest standards of</a:t>
            </a:r>
          </a:p>
          <a:p>
            <a:pPr algn="l"/>
            <a:r>
              <a:rPr lang="en-CA" sz="1800" b="0" i="0" u="none" strike="noStrike" baseline="0" dirty="0">
                <a:latin typeface="Montserrat-Light" panose="00000400000000000000" pitchFamily="50" charset="0"/>
              </a:rPr>
              <a:t>environmental and social</a:t>
            </a:r>
          </a:p>
          <a:p>
            <a:pPr algn="l"/>
            <a:r>
              <a:rPr lang="en-CA" sz="1800" b="0" i="0" u="none" strike="noStrike" baseline="0" dirty="0">
                <a:latin typeface="Montserrat-Light" panose="00000400000000000000" pitchFamily="50" charset="0"/>
              </a:rPr>
              <a:t>responsibility throughout all</a:t>
            </a:r>
          </a:p>
          <a:p>
            <a:pPr algn="l"/>
            <a:r>
              <a:rPr lang="en-CA" sz="1800" b="0" i="0" u="none" strike="noStrike" baseline="0" dirty="0">
                <a:latin typeface="Montserrat-Light" panose="00000400000000000000" pitchFamily="50" charset="0"/>
              </a:rPr>
              <a:t>areas of operations.</a:t>
            </a:r>
            <a:endParaRPr lang="en-CA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BEDF1-C879-9EC2-4AB1-29F6EA9A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1AA9FD-4524-6B7F-8585-0D3CCE77E84C}"/>
              </a:ext>
            </a:extLst>
          </p:cNvPr>
          <p:cNvSpPr txBox="1"/>
          <p:nvPr/>
        </p:nvSpPr>
        <p:spPr>
          <a:xfrm>
            <a:off x="1579290" y="939103"/>
            <a:ext cx="16945520" cy="19793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50781" tIns="75390" rIns="150781" bIns="753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65" algn="ctr">
              <a:spcBef>
                <a:spcPts val="101"/>
              </a:spcBef>
              <a:tabLst>
                <a:tab pos="1054051" algn="l"/>
                <a:tab pos="3563454" algn="l"/>
                <a:tab pos="4750850" algn="l"/>
                <a:tab pos="10755131" algn="l"/>
              </a:tabLst>
            </a:pPr>
            <a:r>
              <a:rPr lang="en-US" sz="6596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CORE CRITERIA</a:t>
            </a:r>
          </a:p>
          <a:p>
            <a:pPr algn="ctr">
              <a:tabLst>
                <a:tab pos="1054051" algn="l"/>
                <a:tab pos="3563454" algn="l"/>
                <a:tab pos="4750850" algn="l"/>
                <a:tab pos="10755131" algn="l"/>
              </a:tabLst>
            </a:pPr>
            <a:r>
              <a:rPr lang="en-US" sz="5277" b="1" dirty="0">
                <a:ln w="0"/>
                <a:gradFill flip="none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/>
              </a:rPr>
              <a:t>Mandatory Questions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5C8B29-3598-5548-3EFB-3DAE89782CD6}"/>
              </a:ext>
            </a:extLst>
          </p:cNvPr>
          <p:cNvSpPr/>
          <p:nvPr/>
        </p:nvSpPr>
        <p:spPr>
          <a:xfrm>
            <a:off x="2115119" y="3309197"/>
            <a:ext cx="5758987" cy="167534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/>
            <a:r>
              <a:rPr lang="en-US" sz="2000" kern="1200" dirty="0">
                <a:solidFill>
                  <a:prstClr val="white"/>
                </a:solidFill>
                <a:latin typeface="Montserrat Medium"/>
              </a:rPr>
              <a:t>CLARITY ON BASELINE REQUIREMENTS FOR CERTIFICATION</a:t>
            </a:r>
            <a:endParaRPr lang="en-US" sz="2000" kern="1200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C9C787-D26F-E421-BEE4-05E72D639F56}"/>
              </a:ext>
            </a:extLst>
          </p:cNvPr>
          <p:cNvSpPr/>
          <p:nvPr/>
        </p:nvSpPr>
        <p:spPr>
          <a:xfrm>
            <a:off x="2150021" y="8018234"/>
            <a:ext cx="5758987" cy="167534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0781" tIns="75390" rIns="150781" bIns="75390" rtlCol="0" anchor="ctr"/>
          <a:lstStyle/>
          <a:p>
            <a:pPr algn="ctr" defTabSz="1507846" rtl="0"/>
            <a:r>
              <a:rPr lang="en-US" sz="2000" kern="1200" dirty="0">
                <a:solidFill>
                  <a:prstClr val="white"/>
                </a:solidFill>
                <a:latin typeface="Montserrat Medium"/>
                <a:cs typeface="Arial"/>
              </a:rPr>
              <a:t>IMPROVED EXPERIENCE TO REDUCE BURDEN ON RESOURCES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37176D-EC57-ECC0-28BF-FEDB93293784}"/>
              </a:ext>
            </a:extLst>
          </p:cNvPr>
          <p:cNvSpPr/>
          <p:nvPr/>
        </p:nvSpPr>
        <p:spPr>
          <a:xfrm>
            <a:off x="2150021" y="5696068"/>
            <a:ext cx="5758987" cy="1675342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0781" tIns="75390" rIns="150781" bIns="75390" rtlCol="0" anchor="ctr"/>
          <a:lstStyle/>
          <a:p>
            <a:pPr algn="ctr" defTabSz="1507846" rtl="0"/>
            <a:r>
              <a:rPr lang="en-US" sz="2000" kern="1200" dirty="0">
                <a:solidFill>
                  <a:prstClr val="white"/>
                </a:solidFill>
                <a:latin typeface="Montserrat Medium"/>
                <a:cs typeface="Arial"/>
              </a:rPr>
              <a:t>TANGIBLE SUPPORT TOOLS TO ASSIST IN MEETING REQUIREMENTS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12E339-CE3E-52AE-5156-16F3B0B486CA}"/>
              </a:ext>
            </a:extLst>
          </p:cNvPr>
          <p:cNvSpPr/>
          <p:nvPr/>
        </p:nvSpPr>
        <p:spPr>
          <a:xfrm>
            <a:off x="8746680" y="3305706"/>
            <a:ext cx="9971772" cy="166138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Montserrat Medium"/>
              </a:rPr>
              <a:t>The 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</a:rPr>
              <a:t>core criteria</a:t>
            </a:r>
            <a:r>
              <a:rPr lang="en-US" sz="2000" dirty="0">
                <a:solidFill>
                  <a:srgbClr val="000000"/>
                </a:solidFill>
                <a:latin typeface="Montserrat Medium"/>
              </a:rPr>
              <a:t> are baseline operational processes &amp; practices required to achieve a 1 Green Key Eco-Rating Certification (37 questions). </a:t>
            </a:r>
            <a:br>
              <a:rPr lang="en-US" sz="2000" dirty="0">
                <a:solidFill>
                  <a:srgbClr val="000000"/>
                </a:solidFill>
                <a:latin typeface="Montserrat Medium"/>
              </a:rPr>
            </a:br>
            <a:r>
              <a:rPr lang="en-US" sz="2000" dirty="0">
                <a:solidFill>
                  <a:srgbClr val="000000"/>
                </a:solidFill>
                <a:latin typeface="Montserrat Medium"/>
              </a:rPr>
              <a:t>Areas include Corporate, Housekeeping, and Engineering.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1F40CD-5D8B-9FAF-5FCE-2599586BC9D2}"/>
              </a:ext>
            </a:extLst>
          </p:cNvPr>
          <p:cNvSpPr/>
          <p:nvPr/>
        </p:nvSpPr>
        <p:spPr>
          <a:xfrm>
            <a:off x="8746679" y="8014743"/>
            <a:ext cx="9971772" cy="166138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0781" tIns="75390" rIns="150781" bIns="7539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Montserrat Medium"/>
              </a:rPr>
              <a:t>Members may proceed directly to the audit phase once </a:t>
            </a:r>
            <a:br>
              <a:rPr lang="en-US" sz="2000" dirty="0">
                <a:solidFill>
                  <a:srgbClr val="000000"/>
                </a:solidFill>
                <a:latin typeface="Montserrat Medium"/>
              </a:rPr>
            </a:br>
            <a:r>
              <a:rPr lang="en-US" sz="2000" dirty="0">
                <a:solidFill>
                  <a:srgbClr val="000000"/>
                </a:solidFill>
                <a:latin typeface="Montserrat Medium"/>
              </a:rPr>
              <a:t>the 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</a:rPr>
              <a:t>core criteria </a:t>
            </a:r>
            <a:r>
              <a:rPr lang="en-US" sz="2000" dirty="0">
                <a:solidFill>
                  <a:srgbClr val="000000"/>
                </a:solidFill>
                <a:latin typeface="Montserrat Medium"/>
              </a:rPr>
              <a:t>requirements (questions + supporting documents) </a:t>
            </a:r>
            <a:br>
              <a:rPr lang="en-US" sz="2000" dirty="0">
                <a:solidFill>
                  <a:srgbClr val="000000"/>
                </a:solidFill>
                <a:latin typeface="Montserrat Medium"/>
              </a:rPr>
            </a:br>
            <a:r>
              <a:rPr lang="en-US" sz="2000" dirty="0">
                <a:solidFill>
                  <a:srgbClr val="000000"/>
                </a:solidFill>
                <a:latin typeface="Montserrat Medium"/>
              </a:rPr>
              <a:t>have been met </a:t>
            </a:r>
            <a:r>
              <a:rPr lang="en-US" sz="2000">
                <a:solidFill>
                  <a:srgbClr val="000000"/>
                </a:solidFill>
                <a:latin typeface="Montserrat Medium"/>
              </a:rPr>
              <a:t>and submitted</a:t>
            </a:r>
            <a:r>
              <a:rPr lang="en-US" sz="2000" dirty="0">
                <a:solidFill>
                  <a:srgbClr val="000000"/>
                </a:solidFill>
                <a:latin typeface="Montserrat Medium"/>
              </a:rPr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6026DC-CD16-D239-567F-377C77DB9268}"/>
              </a:ext>
            </a:extLst>
          </p:cNvPr>
          <p:cNvSpPr/>
          <p:nvPr/>
        </p:nvSpPr>
        <p:spPr>
          <a:xfrm>
            <a:off x="8746677" y="5692576"/>
            <a:ext cx="9971772" cy="1661382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0781" tIns="75390" rIns="150781" bIns="75390" rtlCol="0" anchor="ctr"/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Montserrat Medium"/>
              </a:rPr>
              <a:t>The questions that make up the 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</a:rPr>
              <a:t>core criteria</a:t>
            </a:r>
            <a:r>
              <a:rPr lang="en-US" sz="2000" dirty="0">
                <a:solidFill>
                  <a:srgbClr val="000000"/>
                </a:solidFill>
                <a:latin typeface="Montserrat Medium"/>
              </a:rPr>
              <a:t> are accompanied by supporting templates and guidance, and where relevant, </a:t>
            </a:r>
            <a:br>
              <a:rPr lang="en-US" sz="2000" dirty="0">
                <a:solidFill>
                  <a:srgbClr val="000000"/>
                </a:solidFill>
                <a:latin typeface="Montserrat Medium"/>
              </a:rPr>
            </a:br>
            <a:r>
              <a:rPr lang="en-US" sz="2000" dirty="0">
                <a:solidFill>
                  <a:srgbClr val="000000"/>
                </a:solidFill>
                <a:latin typeface="Montserrat Medium"/>
              </a:rPr>
              <a:t>documentation from brands.</a:t>
            </a:r>
          </a:p>
        </p:txBody>
      </p:sp>
    </p:spTree>
    <p:extLst>
      <p:ext uri="{BB962C8B-B14F-4D97-AF65-F5344CB8AC3E}">
        <p14:creationId xmlns:p14="http://schemas.microsoft.com/office/powerpoint/2010/main" val="397981573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7788" y="4918223"/>
            <a:ext cx="1665922" cy="1667192"/>
          </a:xfrm>
          <a:custGeom>
            <a:avLst/>
            <a:gdLst/>
            <a:ahLst/>
            <a:cxnLst/>
            <a:rect l="l" t="t" r="r" b="b"/>
            <a:pathLst>
              <a:path w="1666239" h="1667510">
                <a:moveTo>
                  <a:pt x="0" y="833691"/>
                </a:moveTo>
                <a:lnTo>
                  <a:pt x="1318" y="786383"/>
                </a:lnTo>
                <a:lnTo>
                  <a:pt x="5228" y="739767"/>
                </a:lnTo>
                <a:lnTo>
                  <a:pt x="11657" y="693913"/>
                </a:lnTo>
                <a:lnTo>
                  <a:pt x="20537" y="648893"/>
                </a:lnTo>
                <a:lnTo>
                  <a:pt x="31796" y="604776"/>
                </a:lnTo>
                <a:lnTo>
                  <a:pt x="45364" y="561633"/>
                </a:lnTo>
                <a:lnTo>
                  <a:pt x="61172" y="519534"/>
                </a:lnTo>
                <a:lnTo>
                  <a:pt x="79148" y="478550"/>
                </a:lnTo>
                <a:lnTo>
                  <a:pt x="99223" y="438750"/>
                </a:lnTo>
                <a:lnTo>
                  <a:pt x="121325" y="400207"/>
                </a:lnTo>
                <a:lnTo>
                  <a:pt x="145385" y="362989"/>
                </a:lnTo>
                <a:lnTo>
                  <a:pt x="171333" y="327167"/>
                </a:lnTo>
                <a:lnTo>
                  <a:pt x="199097" y="292811"/>
                </a:lnTo>
                <a:lnTo>
                  <a:pt x="228609" y="259993"/>
                </a:lnTo>
                <a:lnTo>
                  <a:pt x="259796" y="228782"/>
                </a:lnTo>
                <a:lnTo>
                  <a:pt x="292590" y="199248"/>
                </a:lnTo>
                <a:lnTo>
                  <a:pt x="326920" y="171462"/>
                </a:lnTo>
                <a:lnTo>
                  <a:pt x="362714" y="145495"/>
                </a:lnTo>
                <a:lnTo>
                  <a:pt x="399904" y="121417"/>
                </a:lnTo>
                <a:lnTo>
                  <a:pt x="438419" y="99298"/>
                </a:lnTo>
                <a:lnTo>
                  <a:pt x="478188" y="79208"/>
                </a:lnTo>
                <a:lnTo>
                  <a:pt x="519142" y="61218"/>
                </a:lnTo>
                <a:lnTo>
                  <a:pt x="561209" y="45399"/>
                </a:lnTo>
                <a:lnTo>
                  <a:pt x="604319" y="31820"/>
                </a:lnTo>
                <a:lnTo>
                  <a:pt x="648403" y="20552"/>
                </a:lnTo>
                <a:lnTo>
                  <a:pt x="693390" y="11666"/>
                </a:lnTo>
                <a:lnTo>
                  <a:pt x="739209" y="5232"/>
                </a:lnTo>
                <a:lnTo>
                  <a:pt x="785790" y="1319"/>
                </a:lnTo>
                <a:lnTo>
                  <a:pt x="833063" y="0"/>
                </a:lnTo>
                <a:lnTo>
                  <a:pt x="880336" y="1319"/>
                </a:lnTo>
                <a:lnTo>
                  <a:pt x="926917" y="5232"/>
                </a:lnTo>
                <a:lnTo>
                  <a:pt x="972737" y="11666"/>
                </a:lnTo>
                <a:lnTo>
                  <a:pt x="1017723" y="20552"/>
                </a:lnTo>
                <a:lnTo>
                  <a:pt x="1061807" y="31820"/>
                </a:lnTo>
                <a:lnTo>
                  <a:pt x="1104917" y="45399"/>
                </a:lnTo>
                <a:lnTo>
                  <a:pt x="1146985" y="61218"/>
                </a:lnTo>
                <a:lnTo>
                  <a:pt x="1187938" y="79208"/>
                </a:lnTo>
                <a:lnTo>
                  <a:pt x="1227707" y="99298"/>
                </a:lnTo>
                <a:lnTo>
                  <a:pt x="1266222" y="121417"/>
                </a:lnTo>
                <a:lnTo>
                  <a:pt x="1303412" y="145495"/>
                </a:lnTo>
                <a:lnTo>
                  <a:pt x="1339207" y="171462"/>
                </a:lnTo>
                <a:lnTo>
                  <a:pt x="1373536" y="199248"/>
                </a:lnTo>
                <a:lnTo>
                  <a:pt x="1406330" y="228782"/>
                </a:lnTo>
                <a:lnTo>
                  <a:pt x="1437518" y="259993"/>
                </a:lnTo>
                <a:lnTo>
                  <a:pt x="1467029" y="292811"/>
                </a:lnTo>
                <a:lnTo>
                  <a:pt x="1494794" y="327167"/>
                </a:lnTo>
                <a:lnTo>
                  <a:pt x="1520741" y="362989"/>
                </a:lnTo>
                <a:lnTo>
                  <a:pt x="1544801" y="400207"/>
                </a:lnTo>
                <a:lnTo>
                  <a:pt x="1566904" y="438750"/>
                </a:lnTo>
                <a:lnTo>
                  <a:pt x="1586978" y="478550"/>
                </a:lnTo>
                <a:lnTo>
                  <a:pt x="1604954" y="519534"/>
                </a:lnTo>
                <a:lnTo>
                  <a:pt x="1620762" y="561633"/>
                </a:lnTo>
                <a:lnTo>
                  <a:pt x="1634330" y="604776"/>
                </a:lnTo>
                <a:lnTo>
                  <a:pt x="1645590" y="648893"/>
                </a:lnTo>
                <a:lnTo>
                  <a:pt x="1654469" y="693913"/>
                </a:lnTo>
                <a:lnTo>
                  <a:pt x="1660899" y="739767"/>
                </a:lnTo>
                <a:lnTo>
                  <a:pt x="1664808" y="786383"/>
                </a:lnTo>
                <a:lnTo>
                  <a:pt x="1666127" y="833691"/>
                </a:lnTo>
                <a:lnTo>
                  <a:pt x="1664808" y="881000"/>
                </a:lnTo>
                <a:lnTo>
                  <a:pt x="1660899" y="927616"/>
                </a:lnTo>
                <a:lnTo>
                  <a:pt x="1654469" y="973470"/>
                </a:lnTo>
                <a:lnTo>
                  <a:pt x="1645590" y="1018490"/>
                </a:lnTo>
                <a:lnTo>
                  <a:pt x="1634330" y="1062607"/>
                </a:lnTo>
                <a:lnTo>
                  <a:pt x="1620762" y="1105750"/>
                </a:lnTo>
                <a:lnTo>
                  <a:pt x="1604954" y="1147849"/>
                </a:lnTo>
                <a:lnTo>
                  <a:pt x="1586978" y="1188833"/>
                </a:lnTo>
                <a:lnTo>
                  <a:pt x="1566904" y="1228632"/>
                </a:lnTo>
                <a:lnTo>
                  <a:pt x="1544801" y="1267176"/>
                </a:lnTo>
                <a:lnTo>
                  <a:pt x="1520741" y="1304394"/>
                </a:lnTo>
                <a:lnTo>
                  <a:pt x="1494794" y="1340216"/>
                </a:lnTo>
                <a:lnTo>
                  <a:pt x="1467029" y="1374572"/>
                </a:lnTo>
                <a:lnTo>
                  <a:pt x="1437518" y="1407390"/>
                </a:lnTo>
                <a:lnTo>
                  <a:pt x="1406330" y="1438601"/>
                </a:lnTo>
                <a:lnTo>
                  <a:pt x="1373536" y="1468135"/>
                </a:lnTo>
                <a:lnTo>
                  <a:pt x="1339207" y="1495920"/>
                </a:lnTo>
                <a:lnTo>
                  <a:pt x="1303412" y="1521888"/>
                </a:lnTo>
                <a:lnTo>
                  <a:pt x="1266222" y="1545966"/>
                </a:lnTo>
                <a:lnTo>
                  <a:pt x="1227707" y="1568085"/>
                </a:lnTo>
                <a:lnTo>
                  <a:pt x="1187938" y="1588175"/>
                </a:lnTo>
                <a:lnTo>
                  <a:pt x="1146985" y="1606164"/>
                </a:lnTo>
                <a:lnTo>
                  <a:pt x="1104917" y="1621984"/>
                </a:lnTo>
                <a:lnTo>
                  <a:pt x="1061807" y="1635563"/>
                </a:lnTo>
                <a:lnTo>
                  <a:pt x="1017723" y="1646830"/>
                </a:lnTo>
                <a:lnTo>
                  <a:pt x="972737" y="1655717"/>
                </a:lnTo>
                <a:lnTo>
                  <a:pt x="926917" y="1662151"/>
                </a:lnTo>
                <a:lnTo>
                  <a:pt x="880336" y="1666064"/>
                </a:lnTo>
                <a:lnTo>
                  <a:pt x="833063" y="1667383"/>
                </a:lnTo>
                <a:lnTo>
                  <a:pt x="785790" y="1666064"/>
                </a:lnTo>
                <a:lnTo>
                  <a:pt x="739209" y="1662151"/>
                </a:lnTo>
                <a:lnTo>
                  <a:pt x="693390" y="1655717"/>
                </a:lnTo>
                <a:lnTo>
                  <a:pt x="648403" y="1646830"/>
                </a:lnTo>
                <a:lnTo>
                  <a:pt x="604319" y="1635563"/>
                </a:lnTo>
                <a:lnTo>
                  <a:pt x="561209" y="1621984"/>
                </a:lnTo>
                <a:lnTo>
                  <a:pt x="519142" y="1606164"/>
                </a:lnTo>
                <a:lnTo>
                  <a:pt x="478188" y="1588175"/>
                </a:lnTo>
                <a:lnTo>
                  <a:pt x="438419" y="1568085"/>
                </a:lnTo>
                <a:lnTo>
                  <a:pt x="399904" y="1545966"/>
                </a:lnTo>
                <a:lnTo>
                  <a:pt x="362714" y="1521888"/>
                </a:lnTo>
                <a:lnTo>
                  <a:pt x="326920" y="1495920"/>
                </a:lnTo>
                <a:lnTo>
                  <a:pt x="292590" y="1468135"/>
                </a:lnTo>
                <a:lnTo>
                  <a:pt x="259796" y="1438601"/>
                </a:lnTo>
                <a:lnTo>
                  <a:pt x="228609" y="1407390"/>
                </a:lnTo>
                <a:lnTo>
                  <a:pt x="199097" y="1374572"/>
                </a:lnTo>
                <a:lnTo>
                  <a:pt x="171333" y="1340216"/>
                </a:lnTo>
                <a:lnTo>
                  <a:pt x="145385" y="1304394"/>
                </a:lnTo>
                <a:lnTo>
                  <a:pt x="121325" y="1267176"/>
                </a:lnTo>
                <a:lnTo>
                  <a:pt x="99223" y="1228632"/>
                </a:lnTo>
                <a:lnTo>
                  <a:pt x="79148" y="1188833"/>
                </a:lnTo>
                <a:lnTo>
                  <a:pt x="61172" y="1147849"/>
                </a:lnTo>
                <a:lnTo>
                  <a:pt x="45364" y="1105750"/>
                </a:lnTo>
                <a:lnTo>
                  <a:pt x="31796" y="1062607"/>
                </a:lnTo>
                <a:lnTo>
                  <a:pt x="20537" y="1018490"/>
                </a:lnTo>
                <a:lnTo>
                  <a:pt x="11657" y="973470"/>
                </a:lnTo>
                <a:lnTo>
                  <a:pt x="5228" y="927616"/>
                </a:lnTo>
                <a:lnTo>
                  <a:pt x="1318" y="881000"/>
                </a:lnTo>
                <a:lnTo>
                  <a:pt x="0" y="833691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3" name="object 3"/>
          <p:cNvSpPr/>
          <p:nvPr/>
        </p:nvSpPr>
        <p:spPr>
          <a:xfrm>
            <a:off x="4984237" y="6209666"/>
            <a:ext cx="1665922" cy="1667192"/>
          </a:xfrm>
          <a:custGeom>
            <a:avLst/>
            <a:gdLst/>
            <a:ahLst/>
            <a:cxnLst/>
            <a:rect l="l" t="t" r="r" b="b"/>
            <a:pathLst>
              <a:path w="1666240" h="1667509">
                <a:moveTo>
                  <a:pt x="0" y="833691"/>
                </a:moveTo>
                <a:lnTo>
                  <a:pt x="1318" y="786383"/>
                </a:lnTo>
                <a:lnTo>
                  <a:pt x="5228" y="739767"/>
                </a:lnTo>
                <a:lnTo>
                  <a:pt x="11657" y="693913"/>
                </a:lnTo>
                <a:lnTo>
                  <a:pt x="20537" y="648893"/>
                </a:lnTo>
                <a:lnTo>
                  <a:pt x="31796" y="604776"/>
                </a:lnTo>
                <a:lnTo>
                  <a:pt x="45364" y="561633"/>
                </a:lnTo>
                <a:lnTo>
                  <a:pt x="61172" y="519534"/>
                </a:lnTo>
                <a:lnTo>
                  <a:pt x="79148" y="478550"/>
                </a:lnTo>
                <a:lnTo>
                  <a:pt x="99223" y="438750"/>
                </a:lnTo>
                <a:lnTo>
                  <a:pt x="121325" y="400207"/>
                </a:lnTo>
                <a:lnTo>
                  <a:pt x="145385" y="362989"/>
                </a:lnTo>
                <a:lnTo>
                  <a:pt x="171333" y="327167"/>
                </a:lnTo>
                <a:lnTo>
                  <a:pt x="199097" y="292811"/>
                </a:lnTo>
                <a:lnTo>
                  <a:pt x="228609" y="259993"/>
                </a:lnTo>
                <a:lnTo>
                  <a:pt x="259796" y="228782"/>
                </a:lnTo>
                <a:lnTo>
                  <a:pt x="292590" y="199248"/>
                </a:lnTo>
                <a:lnTo>
                  <a:pt x="326920" y="171462"/>
                </a:lnTo>
                <a:lnTo>
                  <a:pt x="362714" y="145495"/>
                </a:lnTo>
                <a:lnTo>
                  <a:pt x="399904" y="121417"/>
                </a:lnTo>
                <a:lnTo>
                  <a:pt x="438419" y="99298"/>
                </a:lnTo>
                <a:lnTo>
                  <a:pt x="478188" y="79208"/>
                </a:lnTo>
                <a:lnTo>
                  <a:pt x="519142" y="61218"/>
                </a:lnTo>
                <a:lnTo>
                  <a:pt x="561209" y="45399"/>
                </a:lnTo>
                <a:lnTo>
                  <a:pt x="604319" y="31820"/>
                </a:lnTo>
                <a:lnTo>
                  <a:pt x="648403" y="20552"/>
                </a:lnTo>
                <a:lnTo>
                  <a:pt x="693390" y="11666"/>
                </a:lnTo>
                <a:lnTo>
                  <a:pt x="739209" y="5232"/>
                </a:lnTo>
                <a:lnTo>
                  <a:pt x="785790" y="1319"/>
                </a:lnTo>
                <a:lnTo>
                  <a:pt x="833063" y="0"/>
                </a:lnTo>
                <a:lnTo>
                  <a:pt x="880336" y="1319"/>
                </a:lnTo>
                <a:lnTo>
                  <a:pt x="926917" y="5232"/>
                </a:lnTo>
                <a:lnTo>
                  <a:pt x="972737" y="11666"/>
                </a:lnTo>
                <a:lnTo>
                  <a:pt x="1017723" y="20552"/>
                </a:lnTo>
                <a:lnTo>
                  <a:pt x="1061807" y="31820"/>
                </a:lnTo>
                <a:lnTo>
                  <a:pt x="1104917" y="45399"/>
                </a:lnTo>
                <a:lnTo>
                  <a:pt x="1146985" y="61218"/>
                </a:lnTo>
                <a:lnTo>
                  <a:pt x="1187938" y="79208"/>
                </a:lnTo>
                <a:lnTo>
                  <a:pt x="1227707" y="99298"/>
                </a:lnTo>
                <a:lnTo>
                  <a:pt x="1266222" y="121417"/>
                </a:lnTo>
                <a:lnTo>
                  <a:pt x="1303412" y="145495"/>
                </a:lnTo>
                <a:lnTo>
                  <a:pt x="1339207" y="171462"/>
                </a:lnTo>
                <a:lnTo>
                  <a:pt x="1373536" y="199248"/>
                </a:lnTo>
                <a:lnTo>
                  <a:pt x="1406330" y="228782"/>
                </a:lnTo>
                <a:lnTo>
                  <a:pt x="1437518" y="259993"/>
                </a:lnTo>
                <a:lnTo>
                  <a:pt x="1467029" y="292811"/>
                </a:lnTo>
                <a:lnTo>
                  <a:pt x="1494794" y="327167"/>
                </a:lnTo>
                <a:lnTo>
                  <a:pt x="1520741" y="362989"/>
                </a:lnTo>
                <a:lnTo>
                  <a:pt x="1544801" y="400207"/>
                </a:lnTo>
                <a:lnTo>
                  <a:pt x="1566904" y="438750"/>
                </a:lnTo>
                <a:lnTo>
                  <a:pt x="1586978" y="478550"/>
                </a:lnTo>
                <a:lnTo>
                  <a:pt x="1604954" y="519534"/>
                </a:lnTo>
                <a:lnTo>
                  <a:pt x="1620762" y="561633"/>
                </a:lnTo>
                <a:lnTo>
                  <a:pt x="1634330" y="604776"/>
                </a:lnTo>
                <a:lnTo>
                  <a:pt x="1645590" y="648893"/>
                </a:lnTo>
                <a:lnTo>
                  <a:pt x="1654469" y="693913"/>
                </a:lnTo>
                <a:lnTo>
                  <a:pt x="1660899" y="739767"/>
                </a:lnTo>
                <a:lnTo>
                  <a:pt x="1664808" y="786383"/>
                </a:lnTo>
                <a:lnTo>
                  <a:pt x="1666127" y="833691"/>
                </a:lnTo>
                <a:lnTo>
                  <a:pt x="1664808" y="881000"/>
                </a:lnTo>
                <a:lnTo>
                  <a:pt x="1660899" y="927616"/>
                </a:lnTo>
                <a:lnTo>
                  <a:pt x="1654469" y="973470"/>
                </a:lnTo>
                <a:lnTo>
                  <a:pt x="1645590" y="1018490"/>
                </a:lnTo>
                <a:lnTo>
                  <a:pt x="1634330" y="1062607"/>
                </a:lnTo>
                <a:lnTo>
                  <a:pt x="1620762" y="1105750"/>
                </a:lnTo>
                <a:lnTo>
                  <a:pt x="1604954" y="1147849"/>
                </a:lnTo>
                <a:lnTo>
                  <a:pt x="1586978" y="1188833"/>
                </a:lnTo>
                <a:lnTo>
                  <a:pt x="1566904" y="1228632"/>
                </a:lnTo>
                <a:lnTo>
                  <a:pt x="1544801" y="1267176"/>
                </a:lnTo>
                <a:lnTo>
                  <a:pt x="1520741" y="1304394"/>
                </a:lnTo>
                <a:lnTo>
                  <a:pt x="1494794" y="1340216"/>
                </a:lnTo>
                <a:lnTo>
                  <a:pt x="1467029" y="1374572"/>
                </a:lnTo>
                <a:lnTo>
                  <a:pt x="1437518" y="1407390"/>
                </a:lnTo>
                <a:lnTo>
                  <a:pt x="1406330" y="1438601"/>
                </a:lnTo>
                <a:lnTo>
                  <a:pt x="1373536" y="1468135"/>
                </a:lnTo>
                <a:lnTo>
                  <a:pt x="1339207" y="1495920"/>
                </a:lnTo>
                <a:lnTo>
                  <a:pt x="1303412" y="1521888"/>
                </a:lnTo>
                <a:lnTo>
                  <a:pt x="1266222" y="1545966"/>
                </a:lnTo>
                <a:lnTo>
                  <a:pt x="1227707" y="1568085"/>
                </a:lnTo>
                <a:lnTo>
                  <a:pt x="1187938" y="1588175"/>
                </a:lnTo>
                <a:lnTo>
                  <a:pt x="1146985" y="1606164"/>
                </a:lnTo>
                <a:lnTo>
                  <a:pt x="1104917" y="1621984"/>
                </a:lnTo>
                <a:lnTo>
                  <a:pt x="1061807" y="1635563"/>
                </a:lnTo>
                <a:lnTo>
                  <a:pt x="1017723" y="1646830"/>
                </a:lnTo>
                <a:lnTo>
                  <a:pt x="972737" y="1655717"/>
                </a:lnTo>
                <a:lnTo>
                  <a:pt x="926917" y="1662151"/>
                </a:lnTo>
                <a:lnTo>
                  <a:pt x="880336" y="1666064"/>
                </a:lnTo>
                <a:lnTo>
                  <a:pt x="833063" y="1667383"/>
                </a:lnTo>
                <a:lnTo>
                  <a:pt x="785790" y="1666064"/>
                </a:lnTo>
                <a:lnTo>
                  <a:pt x="739209" y="1662151"/>
                </a:lnTo>
                <a:lnTo>
                  <a:pt x="693390" y="1655717"/>
                </a:lnTo>
                <a:lnTo>
                  <a:pt x="648403" y="1646830"/>
                </a:lnTo>
                <a:lnTo>
                  <a:pt x="604319" y="1635563"/>
                </a:lnTo>
                <a:lnTo>
                  <a:pt x="561209" y="1621984"/>
                </a:lnTo>
                <a:lnTo>
                  <a:pt x="519142" y="1606164"/>
                </a:lnTo>
                <a:lnTo>
                  <a:pt x="478188" y="1588175"/>
                </a:lnTo>
                <a:lnTo>
                  <a:pt x="438419" y="1568085"/>
                </a:lnTo>
                <a:lnTo>
                  <a:pt x="399904" y="1545966"/>
                </a:lnTo>
                <a:lnTo>
                  <a:pt x="362714" y="1521888"/>
                </a:lnTo>
                <a:lnTo>
                  <a:pt x="326920" y="1495920"/>
                </a:lnTo>
                <a:lnTo>
                  <a:pt x="292590" y="1468135"/>
                </a:lnTo>
                <a:lnTo>
                  <a:pt x="259796" y="1438601"/>
                </a:lnTo>
                <a:lnTo>
                  <a:pt x="228609" y="1407390"/>
                </a:lnTo>
                <a:lnTo>
                  <a:pt x="199097" y="1374572"/>
                </a:lnTo>
                <a:lnTo>
                  <a:pt x="171333" y="1340216"/>
                </a:lnTo>
                <a:lnTo>
                  <a:pt x="145385" y="1304394"/>
                </a:lnTo>
                <a:lnTo>
                  <a:pt x="121325" y="1267176"/>
                </a:lnTo>
                <a:lnTo>
                  <a:pt x="99223" y="1228632"/>
                </a:lnTo>
                <a:lnTo>
                  <a:pt x="79148" y="1188833"/>
                </a:lnTo>
                <a:lnTo>
                  <a:pt x="61172" y="1147849"/>
                </a:lnTo>
                <a:lnTo>
                  <a:pt x="45364" y="1105750"/>
                </a:lnTo>
                <a:lnTo>
                  <a:pt x="31796" y="1062607"/>
                </a:lnTo>
                <a:lnTo>
                  <a:pt x="20537" y="1018490"/>
                </a:lnTo>
                <a:lnTo>
                  <a:pt x="11657" y="973470"/>
                </a:lnTo>
                <a:lnTo>
                  <a:pt x="5228" y="927616"/>
                </a:lnTo>
                <a:lnTo>
                  <a:pt x="1318" y="881000"/>
                </a:lnTo>
                <a:lnTo>
                  <a:pt x="0" y="833691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9432" y="4918223"/>
            <a:ext cx="1665922" cy="1667192"/>
          </a:xfrm>
          <a:custGeom>
            <a:avLst/>
            <a:gdLst/>
            <a:ahLst/>
            <a:cxnLst/>
            <a:rect l="l" t="t" r="r" b="b"/>
            <a:pathLst>
              <a:path w="1666240" h="1667510">
                <a:moveTo>
                  <a:pt x="0" y="833691"/>
                </a:moveTo>
                <a:lnTo>
                  <a:pt x="1318" y="786383"/>
                </a:lnTo>
                <a:lnTo>
                  <a:pt x="5228" y="739767"/>
                </a:lnTo>
                <a:lnTo>
                  <a:pt x="11657" y="693913"/>
                </a:lnTo>
                <a:lnTo>
                  <a:pt x="20537" y="648893"/>
                </a:lnTo>
                <a:lnTo>
                  <a:pt x="31796" y="604776"/>
                </a:lnTo>
                <a:lnTo>
                  <a:pt x="45364" y="561633"/>
                </a:lnTo>
                <a:lnTo>
                  <a:pt x="61172" y="519534"/>
                </a:lnTo>
                <a:lnTo>
                  <a:pt x="79148" y="478550"/>
                </a:lnTo>
                <a:lnTo>
                  <a:pt x="99223" y="438750"/>
                </a:lnTo>
                <a:lnTo>
                  <a:pt x="121325" y="400207"/>
                </a:lnTo>
                <a:lnTo>
                  <a:pt x="145385" y="362989"/>
                </a:lnTo>
                <a:lnTo>
                  <a:pt x="171333" y="327167"/>
                </a:lnTo>
                <a:lnTo>
                  <a:pt x="199097" y="292811"/>
                </a:lnTo>
                <a:lnTo>
                  <a:pt x="228609" y="259993"/>
                </a:lnTo>
                <a:lnTo>
                  <a:pt x="259796" y="228782"/>
                </a:lnTo>
                <a:lnTo>
                  <a:pt x="292590" y="199248"/>
                </a:lnTo>
                <a:lnTo>
                  <a:pt x="326920" y="171462"/>
                </a:lnTo>
                <a:lnTo>
                  <a:pt x="362714" y="145495"/>
                </a:lnTo>
                <a:lnTo>
                  <a:pt x="399904" y="121417"/>
                </a:lnTo>
                <a:lnTo>
                  <a:pt x="438419" y="99298"/>
                </a:lnTo>
                <a:lnTo>
                  <a:pt x="478188" y="79208"/>
                </a:lnTo>
                <a:lnTo>
                  <a:pt x="519142" y="61218"/>
                </a:lnTo>
                <a:lnTo>
                  <a:pt x="561209" y="45399"/>
                </a:lnTo>
                <a:lnTo>
                  <a:pt x="604319" y="31820"/>
                </a:lnTo>
                <a:lnTo>
                  <a:pt x="648403" y="20552"/>
                </a:lnTo>
                <a:lnTo>
                  <a:pt x="693390" y="11666"/>
                </a:lnTo>
                <a:lnTo>
                  <a:pt x="739209" y="5232"/>
                </a:lnTo>
                <a:lnTo>
                  <a:pt x="785790" y="1319"/>
                </a:lnTo>
                <a:lnTo>
                  <a:pt x="833063" y="0"/>
                </a:lnTo>
                <a:lnTo>
                  <a:pt x="880336" y="1319"/>
                </a:lnTo>
                <a:lnTo>
                  <a:pt x="926917" y="5232"/>
                </a:lnTo>
                <a:lnTo>
                  <a:pt x="972737" y="11666"/>
                </a:lnTo>
                <a:lnTo>
                  <a:pt x="1017723" y="20552"/>
                </a:lnTo>
                <a:lnTo>
                  <a:pt x="1061807" y="31820"/>
                </a:lnTo>
                <a:lnTo>
                  <a:pt x="1104917" y="45399"/>
                </a:lnTo>
                <a:lnTo>
                  <a:pt x="1146985" y="61218"/>
                </a:lnTo>
                <a:lnTo>
                  <a:pt x="1187938" y="79208"/>
                </a:lnTo>
                <a:lnTo>
                  <a:pt x="1227707" y="99298"/>
                </a:lnTo>
                <a:lnTo>
                  <a:pt x="1266222" y="121417"/>
                </a:lnTo>
                <a:lnTo>
                  <a:pt x="1303412" y="145495"/>
                </a:lnTo>
                <a:lnTo>
                  <a:pt x="1339207" y="171462"/>
                </a:lnTo>
                <a:lnTo>
                  <a:pt x="1373536" y="199248"/>
                </a:lnTo>
                <a:lnTo>
                  <a:pt x="1406330" y="228782"/>
                </a:lnTo>
                <a:lnTo>
                  <a:pt x="1437518" y="259993"/>
                </a:lnTo>
                <a:lnTo>
                  <a:pt x="1467029" y="292811"/>
                </a:lnTo>
                <a:lnTo>
                  <a:pt x="1494794" y="327167"/>
                </a:lnTo>
                <a:lnTo>
                  <a:pt x="1520741" y="362989"/>
                </a:lnTo>
                <a:lnTo>
                  <a:pt x="1544801" y="400207"/>
                </a:lnTo>
                <a:lnTo>
                  <a:pt x="1566904" y="438750"/>
                </a:lnTo>
                <a:lnTo>
                  <a:pt x="1586978" y="478550"/>
                </a:lnTo>
                <a:lnTo>
                  <a:pt x="1604954" y="519534"/>
                </a:lnTo>
                <a:lnTo>
                  <a:pt x="1620762" y="561633"/>
                </a:lnTo>
                <a:lnTo>
                  <a:pt x="1634330" y="604776"/>
                </a:lnTo>
                <a:lnTo>
                  <a:pt x="1645590" y="648893"/>
                </a:lnTo>
                <a:lnTo>
                  <a:pt x="1654469" y="693913"/>
                </a:lnTo>
                <a:lnTo>
                  <a:pt x="1660899" y="739767"/>
                </a:lnTo>
                <a:lnTo>
                  <a:pt x="1664808" y="786383"/>
                </a:lnTo>
                <a:lnTo>
                  <a:pt x="1666127" y="833691"/>
                </a:lnTo>
                <a:lnTo>
                  <a:pt x="1664808" y="881000"/>
                </a:lnTo>
                <a:lnTo>
                  <a:pt x="1660899" y="927616"/>
                </a:lnTo>
                <a:lnTo>
                  <a:pt x="1654469" y="973470"/>
                </a:lnTo>
                <a:lnTo>
                  <a:pt x="1645590" y="1018490"/>
                </a:lnTo>
                <a:lnTo>
                  <a:pt x="1634330" y="1062607"/>
                </a:lnTo>
                <a:lnTo>
                  <a:pt x="1620762" y="1105750"/>
                </a:lnTo>
                <a:lnTo>
                  <a:pt x="1604954" y="1147849"/>
                </a:lnTo>
                <a:lnTo>
                  <a:pt x="1586978" y="1188833"/>
                </a:lnTo>
                <a:lnTo>
                  <a:pt x="1566904" y="1228632"/>
                </a:lnTo>
                <a:lnTo>
                  <a:pt x="1544801" y="1267176"/>
                </a:lnTo>
                <a:lnTo>
                  <a:pt x="1520741" y="1304394"/>
                </a:lnTo>
                <a:lnTo>
                  <a:pt x="1494794" y="1340216"/>
                </a:lnTo>
                <a:lnTo>
                  <a:pt x="1467029" y="1374572"/>
                </a:lnTo>
                <a:lnTo>
                  <a:pt x="1437518" y="1407390"/>
                </a:lnTo>
                <a:lnTo>
                  <a:pt x="1406330" y="1438601"/>
                </a:lnTo>
                <a:lnTo>
                  <a:pt x="1373536" y="1468135"/>
                </a:lnTo>
                <a:lnTo>
                  <a:pt x="1339207" y="1495920"/>
                </a:lnTo>
                <a:lnTo>
                  <a:pt x="1303412" y="1521888"/>
                </a:lnTo>
                <a:lnTo>
                  <a:pt x="1266222" y="1545966"/>
                </a:lnTo>
                <a:lnTo>
                  <a:pt x="1227707" y="1568085"/>
                </a:lnTo>
                <a:lnTo>
                  <a:pt x="1187938" y="1588175"/>
                </a:lnTo>
                <a:lnTo>
                  <a:pt x="1146985" y="1606164"/>
                </a:lnTo>
                <a:lnTo>
                  <a:pt x="1104917" y="1621984"/>
                </a:lnTo>
                <a:lnTo>
                  <a:pt x="1061807" y="1635563"/>
                </a:lnTo>
                <a:lnTo>
                  <a:pt x="1017723" y="1646830"/>
                </a:lnTo>
                <a:lnTo>
                  <a:pt x="972737" y="1655717"/>
                </a:lnTo>
                <a:lnTo>
                  <a:pt x="926917" y="1662151"/>
                </a:lnTo>
                <a:lnTo>
                  <a:pt x="880336" y="1666064"/>
                </a:lnTo>
                <a:lnTo>
                  <a:pt x="833063" y="1667383"/>
                </a:lnTo>
                <a:lnTo>
                  <a:pt x="785790" y="1666064"/>
                </a:lnTo>
                <a:lnTo>
                  <a:pt x="739209" y="1662151"/>
                </a:lnTo>
                <a:lnTo>
                  <a:pt x="693390" y="1655717"/>
                </a:lnTo>
                <a:lnTo>
                  <a:pt x="648403" y="1646830"/>
                </a:lnTo>
                <a:lnTo>
                  <a:pt x="604319" y="1635563"/>
                </a:lnTo>
                <a:lnTo>
                  <a:pt x="561209" y="1621984"/>
                </a:lnTo>
                <a:lnTo>
                  <a:pt x="519142" y="1606164"/>
                </a:lnTo>
                <a:lnTo>
                  <a:pt x="478188" y="1588175"/>
                </a:lnTo>
                <a:lnTo>
                  <a:pt x="438419" y="1568085"/>
                </a:lnTo>
                <a:lnTo>
                  <a:pt x="399904" y="1545966"/>
                </a:lnTo>
                <a:lnTo>
                  <a:pt x="362714" y="1521888"/>
                </a:lnTo>
                <a:lnTo>
                  <a:pt x="326920" y="1495920"/>
                </a:lnTo>
                <a:lnTo>
                  <a:pt x="292590" y="1468135"/>
                </a:lnTo>
                <a:lnTo>
                  <a:pt x="259796" y="1438601"/>
                </a:lnTo>
                <a:lnTo>
                  <a:pt x="228609" y="1407390"/>
                </a:lnTo>
                <a:lnTo>
                  <a:pt x="199097" y="1374572"/>
                </a:lnTo>
                <a:lnTo>
                  <a:pt x="171333" y="1340216"/>
                </a:lnTo>
                <a:lnTo>
                  <a:pt x="145385" y="1304394"/>
                </a:lnTo>
                <a:lnTo>
                  <a:pt x="121325" y="1267176"/>
                </a:lnTo>
                <a:lnTo>
                  <a:pt x="99223" y="1228632"/>
                </a:lnTo>
                <a:lnTo>
                  <a:pt x="79148" y="1188833"/>
                </a:lnTo>
                <a:lnTo>
                  <a:pt x="61172" y="1147849"/>
                </a:lnTo>
                <a:lnTo>
                  <a:pt x="45364" y="1105750"/>
                </a:lnTo>
                <a:lnTo>
                  <a:pt x="31796" y="1062607"/>
                </a:lnTo>
                <a:lnTo>
                  <a:pt x="20537" y="1018490"/>
                </a:lnTo>
                <a:lnTo>
                  <a:pt x="11657" y="973470"/>
                </a:lnTo>
                <a:lnTo>
                  <a:pt x="5228" y="927616"/>
                </a:lnTo>
                <a:lnTo>
                  <a:pt x="1318" y="881000"/>
                </a:lnTo>
                <a:lnTo>
                  <a:pt x="0" y="833691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75883" y="6209666"/>
            <a:ext cx="1665922" cy="1667192"/>
          </a:xfrm>
          <a:custGeom>
            <a:avLst/>
            <a:gdLst/>
            <a:ahLst/>
            <a:cxnLst/>
            <a:rect l="l" t="t" r="r" b="b"/>
            <a:pathLst>
              <a:path w="1666240" h="1667509">
                <a:moveTo>
                  <a:pt x="0" y="833691"/>
                </a:moveTo>
                <a:lnTo>
                  <a:pt x="1318" y="786383"/>
                </a:lnTo>
                <a:lnTo>
                  <a:pt x="5228" y="739767"/>
                </a:lnTo>
                <a:lnTo>
                  <a:pt x="11657" y="693913"/>
                </a:lnTo>
                <a:lnTo>
                  <a:pt x="20537" y="648893"/>
                </a:lnTo>
                <a:lnTo>
                  <a:pt x="31796" y="604776"/>
                </a:lnTo>
                <a:lnTo>
                  <a:pt x="45364" y="561633"/>
                </a:lnTo>
                <a:lnTo>
                  <a:pt x="61172" y="519534"/>
                </a:lnTo>
                <a:lnTo>
                  <a:pt x="79148" y="478550"/>
                </a:lnTo>
                <a:lnTo>
                  <a:pt x="99223" y="438750"/>
                </a:lnTo>
                <a:lnTo>
                  <a:pt x="121325" y="400207"/>
                </a:lnTo>
                <a:lnTo>
                  <a:pt x="145385" y="362989"/>
                </a:lnTo>
                <a:lnTo>
                  <a:pt x="171333" y="327167"/>
                </a:lnTo>
                <a:lnTo>
                  <a:pt x="199097" y="292811"/>
                </a:lnTo>
                <a:lnTo>
                  <a:pt x="228609" y="259993"/>
                </a:lnTo>
                <a:lnTo>
                  <a:pt x="259796" y="228782"/>
                </a:lnTo>
                <a:lnTo>
                  <a:pt x="292590" y="199248"/>
                </a:lnTo>
                <a:lnTo>
                  <a:pt x="326920" y="171462"/>
                </a:lnTo>
                <a:lnTo>
                  <a:pt x="362714" y="145495"/>
                </a:lnTo>
                <a:lnTo>
                  <a:pt x="399904" y="121417"/>
                </a:lnTo>
                <a:lnTo>
                  <a:pt x="438419" y="99298"/>
                </a:lnTo>
                <a:lnTo>
                  <a:pt x="478188" y="79208"/>
                </a:lnTo>
                <a:lnTo>
                  <a:pt x="519142" y="61218"/>
                </a:lnTo>
                <a:lnTo>
                  <a:pt x="561209" y="45399"/>
                </a:lnTo>
                <a:lnTo>
                  <a:pt x="604319" y="31820"/>
                </a:lnTo>
                <a:lnTo>
                  <a:pt x="648403" y="20552"/>
                </a:lnTo>
                <a:lnTo>
                  <a:pt x="693390" y="11666"/>
                </a:lnTo>
                <a:lnTo>
                  <a:pt x="739209" y="5232"/>
                </a:lnTo>
                <a:lnTo>
                  <a:pt x="785790" y="1319"/>
                </a:lnTo>
                <a:lnTo>
                  <a:pt x="833063" y="0"/>
                </a:lnTo>
                <a:lnTo>
                  <a:pt x="880336" y="1319"/>
                </a:lnTo>
                <a:lnTo>
                  <a:pt x="926917" y="5232"/>
                </a:lnTo>
                <a:lnTo>
                  <a:pt x="972737" y="11666"/>
                </a:lnTo>
                <a:lnTo>
                  <a:pt x="1017723" y="20552"/>
                </a:lnTo>
                <a:lnTo>
                  <a:pt x="1061807" y="31820"/>
                </a:lnTo>
                <a:lnTo>
                  <a:pt x="1104917" y="45399"/>
                </a:lnTo>
                <a:lnTo>
                  <a:pt x="1146985" y="61218"/>
                </a:lnTo>
                <a:lnTo>
                  <a:pt x="1187938" y="79208"/>
                </a:lnTo>
                <a:lnTo>
                  <a:pt x="1227707" y="99298"/>
                </a:lnTo>
                <a:lnTo>
                  <a:pt x="1266222" y="121417"/>
                </a:lnTo>
                <a:lnTo>
                  <a:pt x="1303412" y="145495"/>
                </a:lnTo>
                <a:lnTo>
                  <a:pt x="1339207" y="171462"/>
                </a:lnTo>
                <a:lnTo>
                  <a:pt x="1373536" y="199248"/>
                </a:lnTo>
                <a:lnTo>
                  <a:pt x="1406330" y="228782"/>
                </a:lnTo>
                <a:lnTo>
                  <a:pt x="1437518" y="259993"/>
                </a:lnTo>
                <a:lnTo>
                  <a:pt x="1467029" y="292811"/>
                </a:lnTo>
                <a:lnTo>
                  <a:pt x="1494794" y="327167"/>
                </a:lnTo>
                <a:lnTo>
                  <a:pt x="1520741" y="362989"/>
                </a:lnTo>
                <a:lnTo>
                  <a:pt x="1544801" y="400207"/>
                </a:lnTo>
                <a:lnTo>
                  <a:pt x="1566904" y="438750"/>
                </a:lnTo>
                <a:lnTo>
                  <a:pt x="1586978" y="478550"/>
                </a:lnTo>
                <a:lnTo>
                  <a:pt x="1604954" y="519534"/>
                </a:lnTo>
                <a:lnTo>
                  <a:pt x="1620762" y="561633"/>
                </a:lnTo>
                <a:lnTo>
                  <a:pt x="1634330" y="604776"/>
                </a:lnTo>
                <a:lnTo>
                  <a:pt x="1645590" y="648893"/>
                </a:lnTo>
                <a:lnTo>
                  <a:pt x="1654469" y="693913"/>
                </a:lnTo>
                <a:lnTo>
                  <a:pt x="1660899" y="739767"/>
                </a:lnTo>
                <a:lnTo>
                  <a:pt x="1664808" y="786383"/>
                </a:lnTo>
                <a:lnTo>
                  <a:pt x="1666127" y="833691"/>
                </a:lnTo>
                <a:lnTo>
                  <a:pt x="1664808" y="881000"/>
                </a:lnTo>
                <a:lnTo>
                  <a:pt x="1660899" y="927616"/>
                </a:lnTo>
                <a:lnTo>
                  <a:pt x="1654469" y="973470"/>
                </a:lnTo>
                <a:lnTo>
                  <a:pt x="1645590" y="1018490"/>
                </a:lnTo>
                <a:lnTo>
                  <a:pt x="1634330" y="1062607"/>
                </a:lnTo>
                <a:lnTo>
                  <a:pt x="1620762" y="1105750"/>
                </a:lnTo>
                <a:lnTo>
                  <a:pt x="1604954" y="1147849"/>
                </a:lnTo>
                <a:lnTo>
                  <a:pt x="1586978" y="1188833"/>
                </a:lnTo>
                <a:lnTo>
                  <a:pt x="1566904" y="1228632"/>
                </a:lnTo>
                <a:lnTo>
                  <a:pt x="1544801" y="1267176"/>
                </a:lnTo>
                <a:lnTo>
                  <a:pt x="1520741" y="1304394"/>
                </a:lnTo>
                <a:lnTo>
                  <a:pt x="1494794" y="1340216"/>
                </a:lnTo>
                <a:lnTo>
                  <a:pt x="1467029" y="1374572"/>
                </a:lnTo>
                <a:lnTo>
                  <a:pt x="1437518" y="1407390"/>
                </a:lnTo>
                <a:lnTo>
                  <a:pt x="1406330" y="1438601"/>
                </a:lnTo>
                <a:lnTo>
                  <a:pt x="1373536" y="1468135"/>
                </a:lnTo>
                <a:lnTo>
                  <a:pt x="1339207" y="1495920"/>
                </a:lnTo>
                <a:lnTo>
                  <a:pt x="1303412" y="1521888"/>
                </a:lnTo>
                <a:lnTo>
                  <a:pt x="1266222" y="1545966"/>
                </a:lnTo>
                <a:lnTo>
                  <a:pt x="1227707" y="1568085"/>
                </a:lnTo>
                <a:lnTo>
                  <a:pt x="1187938" y="1588175"/>
                </a:lnTo>
                <a:lnTo>
                  <a:pt x="1146985" y="1606164"/>
                </a:lnTo>
                <a:lnTo>
                  <a:pt x="1104917" y="1621984"/>
                </a:lnTo>
                <a:lnTo>
                  <a:pt x="1061807" y="1635563"/>
                </a:lnTo>
                <a:lnTo>
                  <a:pt x="1017723" y="1646830"/>
                </a:lnTo>
                <a:lnTo>
                  <a:pt x="972737" y="1655717"/>
                </a:lnTo>
                <a:lnTo>
                  <a:pt x="926917" y="1662151"/>
                </a:lnTo>
                <a:lnTo>
                  <a:pt x="880336" y="1666064"/>
                </a:lnTo>
                <a:lnTo>
                  <a:pt x="833063" y="1667383"/>
                </a:lnTo>
                <a:lnTo>
                  <a:pt x="785790" y="1666064"/>
                </a:lnTo>
                <a:lnTo>
                  <a:pt x="739209" y="1662151"/>
                </a:lnTo>
                <a:lnTo>
                  <a:pt x="693390" y="1655717"/>
                </a:lnTo>
                <a:lnTo>
                  <a:pt x="648403" y="1646830"/>
                </a:lnTo>
                <a:lnTo>
                  <a:pt x="604319" y="1635563"/>
                </a:lnTo>
                <a:lnTo>
                  <a:pt x="561209" y="1621984"/>
                </a:lnTo>
                <a:lnTo>
                  <a:pt x="519142" y="1606164"/>
                </a:lnTo>
                <a:lnTo>
                  <a:pt x="478188" y="1588175"/>
                </a:lnTo>
                <a:lnTo>
                  <a:pt x="438419" y="1568085"/>
                </a:lnTo>
                <a:lnTo>
                  <a:pt x="399904" y="1545966"/>
                </a:lnTo>
                <a:lnTo>
                  <a:pt x="362714" y="1521888"/>
                </a:lnTo>
                <a:lnTo>
                  <a:pt x="326920" y="1495920"/>
                </a:lnTo>
                <a:lnTo>
                  <a:pt x="292590" y="1468135"/>
                </a:lnTo>
                <a:lnTo>
                  <a:pt x="259796" y="1438601"/>
                </a:lnTo>
                <a:lnTo>
                  <a:pt x="228609" y="1407390"/>
                </a:lnTo>
                <a:lnTo>
                  <a:pt x="199097" y="1374572"/>
                </a:lnTo>
                <a:lnTo>
                  <a:pt x="171333" y="1340216"/>
                </a:lnTo>
                <a:lnTo>
                  <a:pt x="145385" y="1304394"/>
                </a:lnTo>
                <a:lnTo>
                  <a:pt x="121325" y="1267176"/>
                </a:lnTo>
                <a:lnTo>
                  <a:pt x="99223" y="1228632"/>
                </a:lnTo>
                <a:lnTo>
                  <a:pt x="79148" y="1188833"/>
                </a:lnTo>
                <a:lnTo>
                  <a:pt x="61172" y="1147849"/>
                </a:lnTo>
                <a:lnTo>
                  <a:pt x="45364" y="1105750"/>
                </a:lnTo>
                <a:lnTo>
                  <a:pt x="31796" y="1062607"/>
                </a:lnTo>
                <a:lnTo>
                  <a:pt x="20537" y="1018490"/>
                </a:lnTo>
                <a:lnTo>
                  <a:pt x="11657" y="973470"/>
                </a:lnTo>
                <a:lnTo>
                  <a:pt x="5228" y="927616"/>
                </a:lnTo>
                <a:lnTo>
                  <a:pt x="1318" y="881000"/>
                </a:lnTo>
                <a:lnTo>
                  <a:pt x="0" y="833691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371075" y="4918223"/>
            <a:ext cx="1665922" cy="1667192"/>
          </a:xfrm>
          <a:custGeom>
            <a:avLst/>
            <a:gdLst/>
            <a:ahLst/>
            <a:cxnLst/>
            <a:rect l="l" t="t" r="r" b="b"/>
            <a:pathLst>
              <a:path w="1666240" h="1667510">
                <a:moveTo>
                  <a:pt x="0" y="833691"/>
                </a:moveTo>
                <a:lnTo>
                  <a:pt x="1318" y="786383"/>
                </a:lnTo>
                <a:lnTo>
                  <a:pt x="5228" y="739767"/>
                </a:lnTo>
                <a:lnTo>
                  <a:pt x="11657" y="693913"/>
                </a:lnTo>
                <a:lnTo>
                  <a:pt x="20537" y="648893"/>
                </a:lnTo>
                <a:lnTo>
                  <a:pt x="31796" y="604776"/>
                </a:lnTo>
                <a:lnTo>
                  <a:pt x="45364" y="561633"/>
                </a:lnTo>
                <a:lnTo>
                  <a:pt x="61172" y="519534"/>
                </a:lnTo>
                <a:lnTo>
                  <a:pt x="79148" y="478550"/>
                </a:lnTo>
                <a:lnTo>
                  <a:pt x="99223" y="438750"/>
                </a:lnTo>
                <a:lnTo>
                  <a:pt x="121325" y="400207"/>
                </a:lnTo>
                <a:lnTo>
                  <a:pt x="145385" y="362989"/>
                </a:lnTo>
                <a:lnTo>
                  <a:pt x="171333" y="327167"/>
                </a:lnTo>
                <a:lnTo>
                  <a:pt x="199097" y="292811"/>
                </a:lnTo>
                <a:lnTo>
                  <a:pt x="228609" y="259993"/>
                </a:lnTo>
                <a:lnTo>
                  <a:pt x="259796" y="228782"/>
                </a:lnTo>
                <a:lnTo>
                  <a:pt x="292590" y="199248"/>
                </a:lnTo>
                <a:lnTo>
                  <a:pt x="326920" y="171462"/>
                </a:lnTo>
                <a:lnTo>
                  <a:pt x="362714" y="145495"/>
                </a:lnTo>
                <a:lnTo>
                  <a:pt x="399904" y="121417"/>
                </a:lnTo>
                <a:lnTo>
                  <a:pt x="438419" y="99298"/>
                </a:lnTo>
                <a:lnTo>
                  <a:pt x="478188" y="79208"/>
                </a:lnTo>
                <a:lnTo>
                  <a:pt x="519142" y="61218"/>
                </a:lnTo>
                <a:lnTo>
                  <a:pt x="561209" y="45399"/>
                </a:lnTo>
                <a:lnTo>
                  <a:pt x="604319" y="31820"/>
                </a:lnTo>
                <a:lnTo>
                  <a:pt x="648403" y="20552"/>
                </a:lnTo>
                <a:lnTo>
                  <a:pt x="693390" y="11666"/>
                </a:lnTo>
                <a:lnTo>
                  <a:pt x="739209" y="5232"/>
                </a:lnTo>
                <a:lnTo>
                  <a:pt x="785790" y="1319"/>
                </a:lnTo>
                <a:lnTo>
                  <a:pt x="833063" y="0"/>
                </a:lnTo>
                <a:lnTo>
                  <a:pt x="880336" y="1319"/>
                </a:lnTo>
                <a:lnTo>
                  <a:pt x="926917" y="5232"/>
                </a:lnTo>
                <a:lnTo>
                  <a:pt x="972737" y="11666"/>
                </a:lnTo>
                <a:lnTo>
                  <a:pt x="1017723" y="20552"/>
                </a:lnTo>
                <a:lnTo>
                  <a:pt x="1061807" y="31820"/>
                </a:lnTo>
                <a:lnTo>
                  <a:pt x="1104917" y="45399"/>
                </a:lnTo>
                <a:lnTo>
                  <a:pt x="1146985" y="61218"/>
                </a:lnTo>
                <a:lnTo>
                  <a:pt x="1187938" y="79208"/>
                </a:lnTo>
                <a:lnTo>
                  <a:pt x="1227707" y="99298"/>
                </a:lnTo>
                <a:lnTo>
                  <a:pt x="1266222" y="121417"/>
                </a:lnTo>
                <a:lnTo>
                  <a:pt x="1303412" y="145495"/>
                </a:lnTo>
                <a:lnTo>
                  <a:pt x="1339207" y="171462"/>
                </a:lnTo>
                <a:lnTo>
                  <a:pt x="1373536" y="199248"/>
                </a:lnTo>
                <a:lnTo>
                  <a:pt x="1406330" y="228782"/>
                </a:lnTo>
                <a:lnTo>
                  <a:pt x="1437518" y="259993"/>
                </a:lnTo>
                <a:lnTo>
                  <a:pt x="1467029" y="292811"/>
                </a:lnTo>
                <a:lnTo>
                  <a:pt x="1494794" y="327167"/>
                </a:lnTo>
                <a:lnTo>
                  <a:pt x="1520741" y="362989"/>
                </a:lnTo>
                <a:lnTo>
                  <a:pt x="1544801" y="400207"/>
                </a:lnTo>
                <a:lnTo>
                  <a:pt x="1566904" y="438750"/>
                </a:lnTo>
                <a:lnTo>
                  <a:pt x="1586978" y="478550"/>
                </a:lnTo>
                <a:lnTo>
                  <a:pt x="1604954" y="519534"/>
                </a:lnTo>
                <a:lnTo>
                  <a:pt x="1620762" y="561633"/>
                </a:lnTo>
                <a:lnTo>
                  <a:pt x="1634330" y="604776"/>
                </a:lnTo>
                <a:lnTo>
                  <a:pt x="1645590" y="648893"/>
                </a:lnTo>
                <a:lnTo>
                  <a:pt x="1654469" y="693913"/>
                </a:lnTo>
                <a:lnTo>
                  <a:pt x="1660899" y="739767"/>
                </a:lnTo>
                <a:lnTo>
                  <a:pt x="1664808" y="786383"/>
                </a:lnTo>
                <a:lnTo>
                  <a:pt x="1666127" y="833691"/>
                </a:lnTo>
                <a:lnTo>
                  <a:pt x="1664808" y="881000"/>
                </a:lnTo>
                <a:lnTo>
                  <a:pt x="1660899" y="927616"/>
                </a:lnTo>
                <a:lnTo>
                  <a:pt x="1654469" y="973470"/>
                </a:lnTo>
                <a:lnTo>
                  <a:pt x="1645590" y="1018490"/>
                </a:lnTo>
                <a:lnTo>
                  <a:pt x="1634330" y="1062607"/>
                </a:lnTo>
                <a:lnTo>
                  <a:pt x="1620762" y="1105750"/>
                </a:lnTo>
                <a:lnTo>
                  <a:pt x="1604954" y="1147849"/>
                </a:lnTo>
                <a:lnTo>
                  <a:pt x="1586978" y="1188833"/>
                </a:lnTo>
                <a:lnTo>
                  <a:pt x="1566904" y="1228632"/>
                </a:lnTo>
                <a:lnTo>
                  <a:pt x="1544801" y="1267176"/>
                </a:lnTo>
                <a:lnTo>
                  <a:pt x="1520741" y="1304394"/>
                </a:lnTo>
                <a:lnTo>
                  <a:pt x="1494794" y="1340216"/>
                </a:lnTo>
                <a:lnTo>
                  <a:pt x="1467029" y="1374572"/>
                </a:lnTo>
                <a:lnTo>
                  <a:pt x="1437518" y="1407390"/>
                </a:lnTo>
                <a:lnTo>
                  <a:pt x="1406330" y="1438601"/>
                </a:lnTo>
                <a:lnTo>
                  <a:pt x="1373536" y="1468135"/>
                </a:lnTo>
                <a:lnTo>
                  <a:pt x="1339207" y="1495920"/>
                </a:lnTo>
                <a:lnTo>
                  <a:pt x="1303412" y="1521888"/>
                </a:lnTo>
                <a:lnTo>
                  <a:pt x="1266222" y="1545966"/>
                </a:lnTo>
                <a:lnTo>
                  <a:pt x="1227707" y="1568085"/>
                </a:lnTo>
                <a:lnTo>
                  <a:pt x="1187938" y="1588175"/>
                </a:lnTo>
                <a:lnTo>
                  <a:pt x="1146985" y="1606164"/>
                </a:lnTo>
                <a:lnTo>
                  <a:pt x="1104917" y="1621984"/>
                </a:lnTo>
                <a:lnTo>
                  <a:pt x="1061807" y="1635563"/>
                </a:lnTo>
                <a:lnTo>
                  <a:pt x="1017723" y="1646830"/>
                </a:lnTo>
                <a:lnTo>
                  <a:pt x="972737" y="1655717"/>
                </a:lnTo>
                <a:lnTo>
                  <a:pt x="926917" y="1662151"/>
                </a:lnTo>
                <a:lnTo>
                  <a:pt x="880336" y="1666064"/>
                </a:lnTo>
                <a:lnTo>
                  <a:pt x="833063" y="1667383"/>
                </a:lnTo>
                <a:lnTo>
                  <a:pt x="785790" y="1666064"/>
                </a:lnTo>
                <a:lnTo>
                  <a:pt x="739209" y="1662151"/>
                </a:lnTo>
                <a:lnTo>
                  <a:pt x="693390" y="1655717"/>
                </a:lnTo>
                <a:lnTo>
                  <a:pt x="648403" y="1646830"/>
                </a:lnTo>
                <a:lnTo>
                  <a:pt x="604319" y="1635563"/>
                </a:lnTo>
                <a:lnTo>
                  <a:pt x="561209" y="1621984"/>
                </a:lnTo>
                <a:lnTo>
                  <a:pt x="519142" y="1606164"/>
                </a:lnTo>
                <a:lnTo>
                  <a:pt x="478188" y="1588175"/>
                </a:lnTo>
                <a:lnTo>
                  <a:pt x="438419" y="1568085"/>
                </a:lnTo>
                <a:lnTo>
                  <a:pt x="399904" y="1545966"/>
                </a:lnTo>
                <a:lnTo>
                  <a:pt x="362714" y="1521888"/>
                </a:lnTo>
                <a:lnTo>
                  <a:pt x="326920" y="1495920"/>
                </a:lnTo>
                <a:lnTo>
                  <a:pt x="292590" y="1468135"/>
                </a:lnTo>
                <a:lnTo>
                  <a:pt x="259796" y="1438601"/>
                </a:lnTo>
                <a:lnTo>
                  <a:pt x="228609" y="1407390"/>
                </a:lnTo>
                <a:lnTo>
                  <a:pt x="199097" y="1374572"/>
                </a:lnTo>
                <a:lnTo>
                  <a:pt x="171333" y="1340216"/>
                </a:lnTo>
                <a:lnTo>
                  <a:pt x="145385" y="1304394"/>
                </a:lnTo>
                <a:lnTo>
                  <a:pt x="121325" y="1267176"/>
                </a:lnTo>
                <a:lnTo>
                  <a:pt x="99223" y="1228632"/>
                </a:lnTo>
                <a:lnTo>
                  <a:pt x="79148" y="1188833"/>
                </a:lnTo>
                <a:lnTo>
                  <a:pt x="61172" y="1147849"/>
                </a:lnTo>
                <a:lnTo>
                  <a:pt x="45364" y="1105750"/>
                </a:lnTo>
                <a:lnTo>
                  <a:pt x="31796" y="1062607"/>
                </a:lnTo>
                <a:lnTo>
                  <a:pt x="20537" y="1018490"/>
                </a:lnTo>
                <a:lnTo>
                  <a:pt x="11657" y="973470"/>
                </a:lnTo>
                <a:lnTo>
                  <a:pt x="5228" y="927616"/>
                </a:lnTo>
                <a:lnTo>
                  <a:pt x="1318" y="881000"/>
                </a:lnTo>
                <a:lnTo>
                  <a:pt x="0" y="833691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166270" y="6209666"/>
            <a:ext cx="1665922" cy="1667192"/>
          </a:xfrm>
          <a:custGeom>
            <a:avLst/>
            <a:gdLst/>
            <a:ahLst/>
            <a:cxnLst/>
            <a:rect l="l" t="t" r="r" b="b"/>
            <a:pathLst>
              <a:path w="1666240" h="1667509">
                <a:moveTo>
                  <a:pt x="0" y="833691"/>
                </a:moveTo>
                <a:lnTo>
                  <a:pt x="1318" y="786383"/>
                </a:lnTo>
                <a:lnTo>
                  <a:pt x="5228" y="739767"/>
                </a:lnTo>
                <a:lnTo>
                  <a:pt x="11657" y="693913"/>
                </a:lnTo>
                <a:lnTo>
                  <a:pt x="20537" y="648893"/>
                </a:lnTo>
                <a:lnTo>
                  <a:pt x="31796" y="604776"/>
                </a:lnTo>
                <a:lnTo>
                  <a:pt x="45364" y="561633"/>
                </a:lnTo>
                <a:lnTo>
                  <a:pt x="61172" y="519534"/>
                </a:lnTo>
                <a:lnTo>
                  <a:pt x="79148" y="478550"/>
                </a:lnTo>
                <a:lnTo>
                  <a:pt x="99223" y="438750"/>
                </a:lnTo>
                <a:lnTo>
                  <a:pt x="121325" y="400207"/>
                </a:lnTo>
                <a:lnTo>
                  <a:pt x="145385" y="362989"/>
                </a:lnTo>
                <a:lnTo>
                  <a:pt x="171333" y="327167"/>
                </a:lnTo>
                <a:lnTo>
                  <a:pt x="199097" y="292811"/>
                </a:lnTo>
                <a:lnTo>
                  <a:pt x="228609" y="259993"/>
                </a:lnTo>
                <a:lnTo>
                  <a:pt x="259796" y="228782"/>
                </a:lnTo>
                <a:lnTo>
                  <a:pt x="292590" y="199248"/>
                </a:lnTo>
                <a:lnTo>
                  <a:pt x="326920" y="171462"/>
                </a:lnTo>
                <a:lnTo>
                  <a:pt x="362714" y="145495"/>
                </a:lnTo>
                <a:lnTo>
                  <a:pt x="399904" y="121417"/>
                </a:lnTo>
                <a:lnTo>
                  <a:pt x="438419" y="99298"/>
                </a:lnTo>
                <a:lnTo>
                  <a:pt x="478188" y="79208"/>
                </a:lnTo>
                <a:lnTo>
                  <a:pt x="519142" y="61218"/>
                </a:lnTo>
                <a:lnTo>
                  <a:pt x="561209" y="45399"/>
                </a:lnTo>
                <a:lnTo>
                  <a:pt x="604319" y="31820"/>
                </a:lnTo>
                <a:lnTo>
                  <a:pt x="648403" y="20552"/>
                </a:lnTo>
                <a:lnTo>
                  <a:pt x="693390" y="11666"/>
                </a:lnTo>
                <a:lnTo>
                  <a:pt x="739209" y="5232"/>
                </a:lnTo>
                <a:lnTo>
                  <a:pt x="785790" y="1319"/>
                </a:lnTo>
                <a:lnTo>
                  <a:pt x="833063" y="0"/>
                </a:lnTo>
                <a:lnTo>
                  <a:pt x="880336" y="1319"/>
                </a:lnTo>
                <a:lnTo>
                  <a:pt x="926917" y="5232"/>
                </a:lnTo>
                <a:lnTo>
                  <a:pt x="972737" y="11666"/>
                </a:lnTo>
                <a:lnTo>
                  <a:pt x="1017723" y="20552"/>
                </a:lnTo>
                <a:lnTo>
                  <a:pt x="1061807" y="31820"/>
                </a:lnTo>
                <a:lnTo>
                  <a:pt x="1104917" y="45399"/>
                </a:lnTo>
                <a:lnTo>
                  <a:pt x="1146985" y="61218"/>
                </a:lnTo>
                <a:lnTo>
                  <a:pt x="1187938" y="79208"/>
                </a:lnTo>
                <a:lnTo>
                  <a:pt x="1227707" y="99298"/>
                </a:lnTo>
                <a:lnTo>
                  <a:pt x="1266222" y="121417"/>
                </a:lnTo>
                <a:lnTo>
                  <a:pt x="1303412" y="145495"/>
                </a:lnTo>
                <a:lnTo>
                  <a:pt x="1339207" y="171462"/>
                </a:lnTo>
                <a:lnTo>
                  <a:pt x="1373536" y="199248"/>
                </a:lnTo>
                <a:lnTo>
                  <a:pt x="1406330" y="228782"/>
                </a:lnTo>
                <a:lnTo>
                  <a:pt x="1437518" y="259993"/>
                </a:lnTo>
                <a:lnTo>
                  <a:pt x="1467029" y="292811"/>
                </a:lnTo>
                <a:lnTo>
                  <a:pt x="1494794" y="327167"/>
                </a:lnTo>
                <a:lnTo>
                  <a:pt x="1520741" y="362989"/>
                </a:lnTo>
                <a:lnTo>
                  <a:pt x="1544801" y="400207"/>
                </a:lnTo>
                <a:lnTo>
                  <a:pt x="1566904" y="438750"/>
                </a:lnTo>
                <a:lnTo>
                  <a:pt x="1586978" y="478550"/>
                </a:lnTo>
                <a:lnTo>
                  <a:pt x="1604954" y="519534"/>
                </a:lnTo>
                <a:lnTo>
                  <a:pt x="1620762" y="561633"/>
                </a:lnTo>
                <a:lnTo>
                  <a:pt x="1634330" y="604776"/>
                </a:lnTo>
                <a:lnTo>
                  <a:pt x="1645590" y="648893"/>
                </a:lnTo>
                <a:lnTo>
                  <a:pt x="1654469" y="693913"/>
                </a:lnTo>
                <a:lnTo>
                  <a:pt x="1660899" y="739767"/>
                </a:lnTo>
                <a:lnTo>
                  <a:pt x="1664808" y="786383"/>
                </a:lnTo>
                <a:lnTo>
                  <a:pt x="1666127" y="833691"/>
                </a:lnTo>
                <a:lnTo>
                  <a:pt x="1664808" y="881000"/>
                </a:lnTo>
                <a:lnTo>
                  <a:pt x="1660899" y="927616"/>
                </a:lnTo>
                <a:lnTo>
                  <a:pt x="1654469" y="973470"/>
                </a:lnTo>
                <a:lnTo>
                  <a:pt x="1645590" y="1018490"/>
                </a:lnTo>
                <a:lnTo>
                  <a:pt x="1634330" y="1062607"/>
                </a:lnTo>
                <a:lnTo>
                  <a:pt x="1620762" y="1105750"/>
                </a:lnTo>
                <a:lnTo>
                  <a:pt x="1604954" y="1147849"/>
                </a:lnTo>
                <a:lnTo>
                  <a:pt x="1586978" y="1188833"/>
                </a:lnTo>
                <a:lnTo>
                  <a:pt x="1566904" y="1228632"/>
                </a:lnTo>
                <a:lnTo>
                  <a:pt x="1544801" y="1267176"/>
                </a:lnTo>
                <a:lnTo>
                  <a:pt x="1520741" y="1304394"/>
                </a:lnTo>
                <a:lnTo>
                  <a:pt x="1494794" y="1340216"/>
                </a:lnTo>
                <a:lnTo>
                  <a:pt x="1467029" y="1374572"/>
                </a:lnTo>
                <a:lnTo>
                  <a:pt x="1437518" y="1407390"/>
                </a:lnTo>
                <a:lnTo>
                  <a:pt x="1406330" y="1438601"/>
                </a:lnTo>
                <a:lnTo>
                  <a:pt x="1373536" y="1468135"/>
                </a:lnTo>
                <a:lnTo>
                  <a:pt x="1339207" y="1495920"/>
                </a:lnTo>
                <a:lnTo>
                  <a:pt x="1303412" y="1521888"/>
                </a:lnTo>
                <a:lnTo>
                  <a:pt x="1266222" y="1545966"/>
                </a:lnTo>
                <a:lnTo>
                  <a:pt x="1227707" y="1568085"/>
                </a:lnTo>
                <a:lnTo>
                  <a:pt x="1187938" y="1588175"/>
                </a:lnTo>
                <a:lnTo>
                  <a:pt x="1146985" y="1606164"/>
                </a:lnTo>
                <a:lnTo>
                  <a:pt x="1104917" y="1621984"/>
                </a:lnTo>
                <a:lnTo>
                  <a:pt x="1061807" y="1635563"/>
                </a:lnTo>
                <a:lnTo>
                  <a:pt x="1017723" y="1646830"/>
                </a:lnTo>
                <a:lnTo>
                  <a:pt x="972737" y="1655717"/>
                </a:lnTo>
                <a:lnTo>
                  <a:pt x="926917" y="1662151"/>
                </a:lnTo>
                <a:lnTo>
                  <a:pt x="880336" y="1666064"/>
                </a:lnTo>
                <a:lnTo>
                  <a:pt x="833063" y="1667383"/>
                </a:lnTo>
                <a:lnTo>
                  <a:pt x="785790" y="1666064"/>
                </a:lnTo>
                <a:lnTo>
                  <a:pt x="739209" y="1662151"/>
                </a:lnTo>
                <a:lnTo>
                  <a:pt x="693390" y="1655717"/>
                </a:lnTo>
                <a:lnTo>
                  <a:pt x="648403" y="1646830"/>
                </a:lnTo>
                <a:lnTo>
                  <a:pt x="604319" y="1635563"/>
                </a:lnTo>
                <a:lnTo>
                  <a:pt x="561209" y="1621984"/>
                </a:lnTo>
                <a:lnTo>
                  <a:pt x="519142" y="1606164"/>
                </a:lnTo>
                <a:lnTo>
                  <a:pt x="478188" y="1588175"/>
                </a:lnTo>
                <a:lnTo>
                  <a:pt x="438419" y="1568085"/>
                </a:lnTo>
                <a:lnTo>
                  <a:pt x="399904" y="1545966"/>
                </a:lnTo>
                <a:lnTo>
                  <a:pt x="362714" y="1521888"/>
                </a:lnTo>
                <a:lnTo>
                  <a:pt x="326920" y="1495920"/>
                </a:lnTo>
                <a:lnTo>
                  <a:pt x="292590" y="1468135"/>
                </a:lnTo>
                <a:lnTo>
                  <a:pt x="259796" y="1438601"/>
                </a:lnTo>
                <a:lnTo>
                  <a:pt x="228609" y="1407390"/>
                </a:lnTo>
                <a:lnTo>
                  <a:pt x="199097" y="1374572"/>
                </a:lnTo>
                <a:lnTo>
                  <a:pt x="171333" y="1340216"/>
                </a:lnTo>
                <a:lnTo>
                  <a:pt x="145385" y="1304394"/>
                </a:lnTo>
                <a:lnTo>
                  <a:pt x="121325" y="1267176"/>
                </a:lnTo>
                <a:lnTo>
                  <a:pt x="99223" y="1228632"/>
                </a:lnTo>
                <a:lnTo>
                  <a:pt x="79148" y="1188833"/>
                </a:lnTo>
                <a:lnTo>
                  <a:pt x="61172" y="1147849"/>
                </a:lnTo>
                <a:lnTo>
                  <a:pt x="45364" y="1105750"/>
                </a:lnTo>
                <a:lnTo>
                  <a:pt x="31796" y="1062607"/>
                </a:lnTo>
                <a:lnTo>
                  <a:pt x="20537" y="1018490"/>
                </a:lnTo>
                <a:lnTo>
                  <a:pt x="11657" y="973470"/>
                </a:lnTo>
                <a:lnTo>
                  <a:pt x="5228" y="927616"/>
                </a:lnTo>
                <a:lnTo>
                  <a:pt x="1318" y="881000"/>
                </a:lnTo>
                <a:lnTo>
                  <a:pt x="0" y="833691"/>
                </a:lnTo>
                <a:close/>
              </a:path>
            </a:pathLst>
          </a:custGeom>
          <a:ln w="62825">
            <a:solidFill>
              <a:srgbClr val="009446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54574" y="6210110"/>
            <a:ext cx="1282456" cy="566313"/>
          </a:xfrm>
          <a:custGeom>
            <a:avLst/>
            <a:gdLst/>
            <a:ahLst/>
            <a:cxnLst/>
            <a:rect l="l" t="t" r="r" b="b"/>
            <a:pathLst>
              <a:path w="1282700" h="566420">
                <a:moveTo>
                  <a:pt x="0" y="0"/>
                </a:moveTo>
                <a:lnTo>
                  <a:pt x="1282578" y="565804"/>
                </a:lnTo>
              </a:path>
            </a:pathLst>
          </a:custGeom>
          <a:ln w="62825">
            <a:solidFill>
              <a:srgbClr val="009447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69247" y="6106652"/>
            <a:ext cx="1282456" cy="566313"/>
          </a:xfrm>
          <a:custGeom>
            <a:avLst/>
            <a:gdLst/>
            <a:ahLst/>
            <a:cxnLst/>
            <a:rect l="l" t="t" r="r" b="b"/>
            <a:pathLst>
              <a:path w="1282700" h="566420">
                <a:moveTo>
                  <a:pt x="0" y="0"/>
                </a:moveTo>
                <a:lnTo>
                  <a:pt x="1282578" y="565804"/>
                </a:lnTo>
              </a:path>
            </a:pathLst>
          </a:custGeom>
          <a:ln w="62825">
            <a:solidFill>
              <a:srgbClr val="009447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929276" y="6151972"/>
            <a:ext cx="1282456" cy="566313"/>
          </a:xfrm>
          <a:custGeom>
            <a:avLst/>
            <a:gdLst/>
            <a:ahLst/>
            <a:cxnLst/>
            <a:rect l="l" t="t" r="r" b="b"/>
            <a:pathLst>
              <a:path w="1282700" h="566420">
                <a:moveTo>
                  <a:pt x="0" y="0"/>
                </a:moveTo>
                <a:lnTo>
                  <a:pt x="1282578" y="565804"/>
                </a:lnTo>
              </a:path>
            </a:pathLst>
          </a:custGeom>
          <a:ln w="62825">
            <a:solidFill>
              <a:srgbClr val="009447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209035" y="6130288"/>
            <a:ext cx="1276742" cy="624086"/>
          </a:xfrm>
          <a:custGeom>
            <a:avLst/>
            <a:gdLst/>
            <a:ahLst/>
            <a:cxnLst/>
            <a:rect l="l" t="t" r="r" b="b"/>
            <a:pathLst>
              <a:path w="1276984" h="624204">
                <a:moveTo>
                  <a:pt x="0" y="623960"/>
                </a:moveTo>
                <a:lnTo>
                  <a:pt x="1276735" y="0"/>
                </a:lnTo>
              </a:path>
            </a:pathLst>
          </a:custGeom>
          <a:ln w="62825">
            <a:solidFill>
              <a:srgbClr val="009447"/>
            </a:solidFill>
          </a:ln>
        </p:spPr>
        <p:txBody>
          <a:bodyPr wrap="square" lIns="0" tIns="0" rIns="0" bIns="0" rtlCol="0"/>
          <a:lstStyle/>
          <a:p>
            <a:pPr defTabSz="914206"/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75767" y="691945"/>
            <a:ext cx="4970469" cy="367406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 marL="12697" defTabSz="914206">
              <a:spcBef>
                <a:spcPts val="105"/>
              </a:spcBef>
              <a:tabLst>
                <a:tab pos="1912851" algn="l"/>
                <a:tab pos="3082274" algn="l"/>
              </a:tabLst>
            </a:pP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G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R</a:t>
            </a:r>
            <a:r>
              <a:rPr sz="2300" spc="37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60">
                <a:solidFill>
                  <a:srgbClr val="585858"/>
                </a:solidFill>
                <a:latin typeface="Montserrat"/>
                <a:cs typeface="Montserrat"/>
              </a:rPr>
              <a:t>N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	K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E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>
                <a:solidFill>
                  <a:srgbClr val="585858"/>
                </a:solidFill>
                <a:latin typeface="Montserrat"/>
                <a:cs typeface="Montserrat"/>
              </a:rPr>
              <a:t>Y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	G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O</a:t>
            </a:r>
            <a:r>
              <a:rPr sz="2300" spc="37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B</a:t>
            </a:r>
            <a:r>
              <a:rPr sz="2300" spc="385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>
                <a:solidFill>
                  <a:srgbClr val="585858"/>
                </a:solidFill>
                <a:latin typeface="Montserrat"/>
                <a:cs typeface="Montserrat"/>
              </a:rPr>
              <a:t>A</a:t>
            </a:r>
            <a:r>
              <a:rPr sz="2300" spc="38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2300" spc="-50">
                <a:solidFill>
                  <a:srgbClr val="585858"/>
                </a:solidFill>
                <a:latin typeface="Montserrat"/>
                <a:cs typeface="Montserrat"/>
              </a:rPr>
              <a:t>L</a:t>
            </a:r>
            <a:endParaRPr sz="23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42909" y="8225670"/>
            <a:ext cx="2147796" cy="419215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7" defTabSz="914206">
              <a:spcBef>
                <a:spcPts val="90"/>
              </a:spcBef>
            </a:pPr>
            <a:r>
              <a:rPr sz="2649" b="1" spc="-10" dirty="0">
                <a:latin typeface="Montserrat"/>
                <a:cs typeface="Montserrat"/>
              </a:rPr>
              <a:t>Assessment</a:t>
            </a:r>
            <a:endParaRPr sz="2649" dirty="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85337" y="3215429"/>
            <a:ext cx="3542258" cy="824901"/>
          </a:xfrm>
          <a:prstGeom prst="rect">
            <a:avLst/>
          </a:prstGeom>
        </p:spPr>
        <p:txBody>
          <a:bodyPr vert="horz" wrap="square" lIns="0" tIns="26665" rIns="0" bIns="0" rtlCol="0">
            <a:spAutoFit/>
          </a:bodyPr>
          <a:lstStyle/>
          <a:p>
            <a:pPr marL="775806" marR="5079" indent="-763743" defTabSz="914206">
              <a:lnSpc>
                <a:spcPts val="3159"/>
              </a:lnSpc>
              <a:spcBef>
                <a:spcPts val="210"/>
              </a:spcBef>
            </a:pPr>
            <a:r>
              <a:rPr lang="en-CA" sz="2649" b="1" spc="-10" dirty="0">
                <a:latin typeface="Montserrat"/>
                <a:cs typeface="Montserrat"/>
              </a:rPr>
              <a:t>Preliminary</a:t>
            </a:r>
            <a:r>
              <a:rPr sz="2649" b="1" spc="-110" dirty="0">
                <a:latin typeface="Montserrat"/>
                <a:cs typeface="Montserrat"/>
              </a:rPr>
              <a:t> </a:t>
            </a:r>
            <a:r>
              <a:rPr sz="2649" b="1" spc="-10" dirty="0">
                <a:latin typeface="Montserrat"/>
                <a:cs typeface="Montserrat"/>
              </a:rPr>
              <a:t>System Evaluation</a:t>
            </a:r>
            <a:endParaRPr sz="2649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89157" y="8106887"/>
            <a:ext cx="3853717" cy="1730189"/>
          </a:xfrm>
          <a:prstGeom prst="rect">
            <a:avLst/>
          </a:prstGeom>
        </p:spPr>
        <p:txBody>
          <a:bodyPr vert="horz" wrap="square" lIns="0" tIns="146657" rIns="0" bIns="0" rtlCol="0">
            <a:spAutoFit/>
          </a:bodyPr>
          <a:lstStyle/>
          <a:p>
            <a:pPr marL="384729" algn="ctr" defTabSz="914206">
              <a:spcBef>
                <a:spcPts val="1155"/>
              </a:spcBef>
            </a:pPr>
            <a:r>
              <a:rPr sz="2649" b="1" dirty="0">
                <a:latin typeface="Montserrat"/>
                <a:cs typeface="Montserrat"/>
              </a:rPr>
              <a:t>Audit</a:t>
            </a:r>
            <a:endParaRPr sz="2649" dirty="0">
              <a:latin typeface="Montserrat"/>
              <a:cs typeface="Montserrat"/>
            </a:endParaRPr>
          </a:p>
          <a:p>
            <a:pPr marL="377111" algn="ctr" defTabSz="914206">
              <a:spcBef>
                <a:spcPts val="630"/>
              </a:spcBef>
            </a:pPr>
            <a:r>
              <a:rPr sz="1449" dirty="0">
                <a:latin typeface="Montserrat ExtraLight"/>
                <a:cs typeface="Montserrat ExtraLight"/>
              </a:rPr>
              <a:t>Facilitated</a:t>
            </a:r>
            <a:r>
              <a:rPr sz="1449" spc="50" dirty="0">
                <a:latin typeface="Montserrat ExtraLight"/>
                <a:cs typeface="Montserrat ExtraLight"/>
              </a:rPr>
              <a:t> </a:t>
            </a:r>
            <a:r>
              <a:rPr sz="1449" dirty="0">
                <a:latin typeface="Montserrat ExtraLight"/>
                <a:cs typeface="Montserrat ExtraLight"/>
              </a:rPr>
              <a:t>By</a:t>
            </a:r>
            <a:r>
              <a:rPr sz="1449" spc="55" dirty="0">
                <a:latin typeface="Montserrat ExtraLight"/>
                <a:cs typeface="Montserrat ExtraLight"/>
              </a:rPr>
              <a:t> </a:t>
            </a:r>
            <a:r>
              <a:rPr sz="1449" spc="45" dirty="0">
                <a:latin typeface="Montserrat ExtraLight"/>
                <a:cs typeface="Montserrat ExtraLight"/>
              </a:rPr>
              <a:t>Control</a:t>
            </a:r>
            <a:r>
              <a:rPr sz="1449" spc="150" dirty="0">
                <a:latin typeface="Montserrat ExtraLight"/>
                <a:cs typeface="Montserrat ExtraLight"/>
              </a:rPr>
              <a:t> </a:t>
            </a:r>
            <a:r>
              <a:rPr sz="1449" spc="-10" dirty="0">
                <a:latin typeface="Montserrat ExtraLight"/>
                <a:cs typeface="Montserrat ExtraLight"/>
              </a:rPr>
              <a:t>Union</a:t>
            </a:r>
            <a:endParaRPr sz="1449" dirty="0">
              <a:latin typeface="Montserrat ExtraLight"/>
              <a:cs typeface="Montserrat ExtraLight"/>
            </a:endParaRPr>
          </a:p>
          <a:p>
            <a:pPr defTabSz="914206">
              <a:spcBef>
                <a:spcPts val="60"/>
              </a:spcBef>
            </a:pPr>
            <a:endParaRPr sz="1250" dirty="0">
              <a:latin typeface="Montserrat ExtraLight"/>
              <a:cs typeface="Montserrat ExtraLight"/>
            </a:endParaRPr>
          </a:p>
          <a:p>
            <a:pPr marL="248232" marR="5079" indent="-236170" defTabSz="914206">
              <a:lnSpc>
                <a:spcPct val="102299"/>
              </a:lnSpc>
              <a:buFont typeface="Arial"/>
              <a:buChar char="•"/>
              <a:tabLst>
                <a:tab pos="248232" algn="l"/>
              </a:tabLst>
            </a:pPr>
            <a:r>
              <a:rPr sz="1449" dirty="0">
                <a:solidFill>
                  <a:srgbClr val="585858"/>
                </a:solidFill>
                <a:latin typeface="Montserrat"/>
                <a:cs typeface="Montserrat"/>
              </a:rPr>
              <a:t>Specific</a:t>
            </a:r>
            <a:r>
              <a:rPr sz="1449" spc="12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1449" dirty="0">
                <a:solidFill>
                  <a:srgbClr val="585858"/>
                </a:solidFill>
                <a:latin typeface="Montserrat"/>
                <a:cs typeface="Montserrat"/>
              </a:rPr>
              <a:t>expertise</a:t>
            </a:r>
            <a:r>
              <a:rPr sz="1449" spc="9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1449" dirty="0">
                <a:solidFill>
                  <a:srgbClr val="585858"/>
                </a:solidFill>
                <a:latin typeface="Montserrat"/>
                <a:cs typeface="Montserrat"/>
              </a:rPr>
              <a:t>in</a:t>
            </a:r>
            <a:r>
              <a:rPr sz="1449" spc="105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1449" dirty="0">
                <a:solidFill>
                  <a:srgbClr val="585858"/>
                </a:solidFill>
                <a:latin typeface="Montserrat"/>
                <a:cs typeface="Montserrat"/>
              </a:rPr>
              <a:t>sustainability</a:t>
            </a:r>
            <a:r>
              <a:rPr sz="1449" spc="13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1449" spc="-25" dirty="0">
                <a:solidFill>
                  <a:srgbClr val="585858"/>
                </a:solidFill>
                <a:latin typeface="Montserrat"/>
                <a:cs typeface="Montserrat"/>
              </a:rPr>
              <a:t>and </a:t>
            </a:r>
            <a:r>
              <a:rPr sz="1449" dirty="0">
                <a:solidFill>
                  <a:srgbClr val="585858"/>
                </a:solidFill>
                <a:latin typeface="Montserrat"/>
                <a:cs typeface="Montserrat"/>
              </a:rPr>
              <a:t>certification</a:t>
            </a:r>
            <a:r>
              <a:rPr sz="1449" spc="150" dirty="0">
                <a:solidFill>
                  <a:srgbClr val="585858"/>
                </a:solidFill>
                <a:latin typeface="Montserrat"/>
                <a:cs typeface="Montserrat"/>
              </a:rPr>
              <a:t> </a:t>
            </a:r>
            <a:r>
              <a:rPr sz="1449" spc="-10" dirty="0">
                <a:solidFill>
                  <a:srgbClr val="585858"/>
                </a:solidFill>
                <a:latin typeface="Montserrat"/>
                <a:cs typeface="Montserrat"/>
              </a:rPr>
              <a:t>audits</a:t>
            </a:r>
            <a:endParaRPr lang="en-CA" sz="1449" spc="-10" dirty="0">
              <a:solidFill>
                <a:srgbClr val="585858"/>
              </a:solidFill>
              <a:latin typeface="Montserrat"/>
              <a:cs typeface="Montserrat"/>
            </a:endParaRPr>
          </a:p>
          <a:p>
            <a:pPr marL="248232" marR="5079" indent="-236170" defTabSz="914206">
              <a:lnSpc>
                <a:spcPct val="102299"/>
              </a:lnSpc>
              <a:buFont typeface="Arial"/>
              <a:buChar char="•"/>
              <a:tabLst>
                <a:tab pos="248232" algn="l"/>
              </a:tabLst>
            </a:pPr>
            <a:r>
              <a:rPr lang="en-CA" sz="1449" spc="-10" dirty="0">
                <a:solidFill>
                  <a:srgbClr val="585858"/>
                </a:solidFill>
                <a:latin typeface="Montserrat"/>
                <a:cs typeface="Montserrat"/>
              </a:rPr>
              <a:t>Accredited audit facilitator </a:t>
            </a:r>
            <a:endParaRPr sz="1449" dirty="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24012" y="3283674"/>
            <a:ext cx="3542258" cy="419215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7" defTabSz="914206">
              <a:spcBef>
                <a:spcPts val="90"/>
              </a:spcBef>
            </a:pPr>
            <a:r>
              <a:rPr lang="en-CA" sz="2649" b="1" dirty="0">
                <a:latin typeface="Montserrat"/>
                <a:cs typeface="Montserrat"/>
              </a:rPr>
              <a:t>Official </a:t>
            </a:r>
            <a:r>
              <a:rPr sz="2649" b="1" dirty="0">
                <a:latin typeface="Montserrat"/>
                <a:cs typeface="Montserrat"/>
              </a:rPr>
              <a:t>Eco</a:t>
            </a:r>
            <a:r>
              <a:rPr sz="2649" b="1" spc="-80" dirty="0">
                <a:latin typeface="Montserrat"/>
                <a:cs typeface="Montserrat"/>
              </a:rPr>
              <a:t> </a:t>
            </a:r>
            <a:r>
              <a:rPr sz="2649" b="1" spc="-10" dirty="0">
                <a:latin typeface="Montserrat"/>
                <a:cs typeface="Montserrat"/>
              </a:rPr>
              <a:t>Rating</a:t>
            </a:r>
            <a:endParaRPr sz="2649" dirty="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53614" y="3556596"/>
            <a:ext cx="2867652" cy="1042500"/>
          </a:xfrm>
          <a:prstGeom prst="rect">
            <a:avLst/>
          </a:prstGeom>
        </p:spPr>
        <p:txBody>
          <a:bodyPr vert="horz" wrap="square" lIns="0" tIns="150466" rIns="0" bIns="0" rtlCol="0">
            <a:spAutoFit/>
          </a:bodyPr>
          <a:lstStyle/>
          <a:p>
            <a:pPr algn="ctr" defTabSz="914206">
              <a:spcBef>
                <a:spcPts val="1185"/>
              </a:spcBef>
            </a:pPr>
            <a:r>
              <a:rPr sz="2649" b="1" spc="-10" dirty="0">
                <a:latin typeface="Montserrat"/>
                <a:cs typeface="Montserrat"/>
              </a:rPr>
              <a:t>Certification</a:t>
            </a:r>
            <a:endParaRPr sz="2649" dirty="0">
              <a:latin typeface="Montserrat"/>
              <a:cs typeface="Montserrat"/>
            </a:endParaRPr>
          </a:p>
          <a:p>
            <a:pPr marR="29839" algn="ctr" defTabSz="914206">
              <a:spcBef>
                <a:spcPts val="645"/>
              </a:spcBef>
            </a:pPr>
            <a:r>
              <a:rPr lang="en-CA" sz="2638" b="1" spc="-125" dirty="0">
                <a:solidFill>
                  <a:srgbClr val="00AF50"/>
                </a:solidFill>
                <a:latin typeface="Arial"/>
                <a:cs typeface="Arial"/>
              </a:rPr>
              <a:t>1 – 5 Key Levels</a:t>
            </a:r>
            <a:endParaRPr sz="2556" b="1" dirty="0">
              <a:solidFill>
                <a:srgbClr val="00B050"/>
              </a:solidFill>
              <a:latin typeface="Montserrat ExtraLight"/>
              <a:cs typeface="Montserrat Extra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56264" y="9092454"/>
            <a:ext cx="4400415" cy="695955"/>
          </a:xfrm>
          <a:prstGeom prst="rect">
            <a:avLst/>
          </a:prstGeom>
        </p:spPr>
        <p:txBody>
          <a:bodyPr vert="horz" wrap="square" lIns="0" tIns="26665" rIns="0" bIns="0" rtlCol="0">
            <a:spAutoFit/>
          </a:bodyPr>
          <a:lstStyle/>
          <a:p>
            <a:pPr marL="1274235" indent="-285750" defTabSz="914206">
              <a:spcBef>
                <a:spcPts val="1135"/>
              </a:spcBef>
              <a:buFont typeface="Arial" panose="020B0604020202020204" pitchFamily="34" charset="0"/>
              <a:buChar char="•"/>
            </a:pPr>
            <a:r>
              <a:rPr sz="1449" dirty="0">
                <a:latin typeface="Montserrat ExtraLight"/>
                <a:cs typeface="Montserrat ExtraLight"/>
              </a:rPr>
              <a:t>Property</a:t>
            </a:r>
            <a:r>
              <a:rPr sz="1449" spc="50" dirty="0">
                <a:latin typeface="Montserrat ExtraLight"/>
                <a:cs typeface="Montserrat ExtraLight"/>
              </a:rPr>
              <a:t> </a:t>
            </a:r>
            <a:r>
              <a:rPr sz="1449" dirty="0">
                <a:latin typeface="Montserrat ExtraLight"/>
                <a:cs typeface="Montserrat ExtraLight"/>
              </a:rPr>
              <a:t>&amp;</a:t>
            </a:r>
            <a:r>
              <a:rPr sz="1449" spc="65" dirty="0">
                <a:latin typeface="Montserrat ExtraLight"/>
                <a:cs typeface="Montserrat ExtraLight"/>
              </a:rPr>
              <a:t> </a:t>
            </a:r>
            <a:r>
              <a:rPr sz="1449" spc="-10" dirty="0">
                <a:latin typeface="Montserrat ExtraLight"/>
                <a:cs typeface="Montserrat ExtraLight"/>
              </a:rPr>
              <a:t>Brand</a:t>
            </a:r>
            <a:r>
              <a:rPr lang="en-CA" sz="1449" spc="-10" dirty="0">
                <a:latin typeface="Montserrat ExtraLight"/>
                <a:cs typeface="Montserrat ExtraLight"/>
              </a:rPr>
              <a:t> level opportunities</a:t>
            </a:r>
          </a:p>
          <a:p>
            <a:pPr marL="1274235" indent="-285750" defTabSz="914206">
              <a:buFont typeface="Arial" panose="020B0604020202020204" pitchFamily="34" charset="0"/>
              <a:buChar char="•"/>
            </a:pPr>
            <a:r>
              <a:rPr lang="en-CA" sz="1449" spc="-10" dirty="0">
                <a:latin typeface="Montserrat ExtraLight"/>
                <a:cs typeface="Montserrat ExtraLight"/>
              </a:rPr>
              <a:t>Marketing Toolkit available!</a:t>
            </a:r>
            <a:endParaRPr sz="1449" dirty="0">
              <a:latin typeface="Montserrat ExtraLight"/>
              <a:cs typeface="Montserrat ExtraLigh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67156" y="5905496"/>
            <a:ext cx="1168813" cy="785346"/>
            <a:chOff x="6504954" y="5453083"/>
            <a:chExt cx="1169035" cy="785495"/>
          </a:xfrm>
        </p:grpSpPr>
        <p:sp>
          <p:nvSpPr>
            <p:cNvPr id="22" name="object 22"/>
            <p:cNvSpPr/>
            <p:nvPr/>
          </p:nvSpPr>
          <p:spPr>
            <a:xfrm>
              <a:off x="6703651" y="5661671"/>
              <a:ext cx="739775" cy="365760"/>
            </a:xfrm>
            <a:custGeom>
              <a:avLst/>
              <a:gdLst/>
              <a:ahLst/>
              <a:cxnLst/>
              <a:rect l="l" t="t" r="r" b="b"/>
              <a:pathLst>
                <a:path w="739775" h="365760">
                  <a:moveTo>
                    <a:pt x="0" y="365622"/>
                  </a:moveTo>
                  <a:lnTo>
                    <a:pt x="739202" y="0"/>
                  </a:lnTo>
                </a:path>
              </a:pathLst>
            </a:custGeom>
            <a:ln w="62825">
              <a:solidFill>
                <a:srgbClr val="009447"/>
              </a:solidFill>
            </a:ln>
          </p:spPr>
          <p:txBody>
            <a:bodyPr wrap="square" lIns="0" tIns="0" rIns="0" bIns="0" rtlCol="0"/>
            <a:lstStyle/>
            <a:p>
              <a:pPr defTabSz="914206"/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3925" y="5453083"/>
              <a:ext cx="389514" cy="38951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4954" y="5842607"/>
              <a:ext cx="395724" cy="39571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458199" y="8894636"/>
            <a:ext cx="2885526" cy="463329"/>
          </a:xfrm>
          <a:prstGeom prst="rect">
            <a:avLst/>
          </a:prstGeom>
        </p:spPr>
        <p:txBody>
          <a:bodyPr vert="horz" wrap="square" lIns="0" tIns="17142" rIns="0" bIns="0" rtlCol="0">
            <a:spAutoFit/>
          </a:bodyPr>
          <a:lstStyle/>
          <a:p>
            <a:pPr marL="295212" indent="-282515" defTabSz="914206">
              <a:spcBef>
                <a:spcPts val="135"/>
              </a:spcBef>
              <a:buFontTx/>
              <a:buAutoNum type="arabicPeriod"/>
              <a:tabLst>
                <a:tab pos="295212" algn="l"/>
              </a:tabLst>
            </a:pPr>
            <a:r>
              <a:rPr sz="1449" dirty="0">
                <a:latin typeface="Montserrat ExtraLight"/>
                <a:cs typeface="Montserrat ExtraLight"/>
              </a:rPr>
              <a:t>Corp.</a:t>
            </a:r>
            <a:r>
              <a:rPr sz="1449" spc="120" dirty="0">
                <a:latin typeface="Montserrat ExtraLight"/>
                <a:cs typeface="Montserrat ExtraLight"/>
              </a:rPr>
              <a:t> </a:t>
            </a:r>
            <a:r>
              <a:rPr sz="1449" dirty="0">
                <a:latin typeface="Montserrat ExtraLight"/>
                <a:cs typeface="Montserrat ExtraLight"/>
              </a:rPr>
              <a:t>Environmental</a:t>
            </a:r>
            <a:r>
              <a:rPr sz="1449" spc="105" dirty="0">
                <a:latin typeface="Montserrat ExtraLight"/>
                <a:cs typeface="Montserrat ExtraLight"/>
              </a:rPr>
              <a:t> </a:t>
            </a:r>
            <a:r>
              <a:rPr sz="1449" spc="-10" dirty="0">
                <a:latin typeface="Montserrat ExtraLight"/>
                <a:cs typeface="Montserrat ExtraLight"/>
              </a:rPr>
              <a:t>Mgmt.</a:t>
            </a:r>
            <a:endParaRPr sz="1449" dirty="0">
              <a:latin typeface="Montserrat ExtraLight"/>
              <a:cs typeface="Montserrat ExtraLight"/>
            </a:endParaRPr>
          </a:p>
          <a:p>
            <a:pPr marL="295212" indent="-282515" defTabSz="914206">
              <a:spcBef>
                <a:spcPts val="40"/>
              </a:spcBef>
              <a:buFontTx/>
              <a:buAutoNum type="arabicPeriod"/>
              <a:tabLst>
                <a:tab pos="295212" algn="l"/>
              </a:tabLst>
            </a:pPr>
            <a:r>
              <a:rPr sz="1449" spc="-10" dirty="0">
                <a:latin typeface="Montserrat ExtraLight"/>
                <a:cs typeface="Montserrat ExtraLight"/>
              </a:rPr>
              <a:t>Housekeeping</a:t>
            </a:r>
            <a:endParaRPr sz="1449" dirty="0">
              <a:latin typeface="Montserrat ExtraLight"/>
              <a:cs typeface="Montserrat ExtraLigh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58199" y="9346891"/>
            <a:ext cx="3217568" cy="686339"/>
          </a:xfrm>
          <a:prstGeom prst="rect">
            <a:avLst/>
          </a:prstGeom>
        </p:spPr>
        <p:txBody>
          <a:bodyPr vert="horz" wrap="square" lIns="0" tIns="17142" rIns="0" bIns="0" rtlCol="0">
            <a:spAutoFit/>
          </a:bodyPr>
          <a:lstStyle/>
          <a:p>
            <a:pPr marL="295212" indent="-282515" defTabSz="914206">
              <a:spcBef>
                <a:spcPts val="135"/>
              </a:spcBef>
              <a:buFontTx/>
              <a:buAutoNum type="arabicPeriod" startAt="3"/>
              <a:tabLst>
                <a:tab pos="295212" algn="l"/>
              </a:tabLst>
            </a:pPr>
            <a:r>
              <a:rPr sz="1449" dirty="0">
                <a:latin typeface="Montserrat ExtraLight"/>
                <a:cs typeface="Montserrat ExtraLight"/>
              </a:rPr>
              <a:t>Food</a:t>
            </a:r>
            <a:r>
              <a:rPr sz="1449" spc="70" dirty="0">
                <a:latin typeface="Montserrat ExtraLight"/>
                <a:cs typeface="Montserrat ExtraLight"/>
              </a:rPr>
              <a:t> </a:t>
            </a:r>
            <a:r>
              <a:rPr sz="1449" dirty="0">
                <a:latin typeface="Montserrat ExtraLight"/>
                <a:cs typeface="Montserrat ExtraLight"/>
              </a:rPr>
              <a:t>&amp;</a:t>
            </a:r>
            <a:r>
              <a:rPr sz="1449" spc="70" dirty="0">
                <a:latin typeface="Montserrat ExtraLight"/>
                <a:cs typeface="Montserrat ExtraLight"/>
              </a:rPr>
              <a:t> </a:t>
            </a:r>
            <a:r>
              <a:rPr sz="1449" dirty="0">
                <a:latin typeface="Montserrat ExtraLight"/>
                <a:cs typeface="Montserrat ExtraLight"/>
              </a:rPr>
              <a:t>Beverage</a:t>
            </a:r>
            <a:r>
              <a:rPr sz="1449" spc="55" dirty="0">
                <a:latin typeface="Montserrat ExtraLight"/>
                <a:cs typeface="Montserrat ExtraLight"/>
              </a:rPr>
              <a:t> </a:t>
            </a:r>
            <a:r>
              <a:rPr sz="1449" spc="-10" dirty="0">
                <a:latin typeface="Montserrat ExtraLight"/>
                <a:cs typeface="Montserrat ExtraLight"/>
              </a:rPr>
              <a:t>Operations</a:t>
            </a:r>
            <a:endParaRPr sz="1449" dirty="0">
              <a:latin typeface="Montserrat ExtraLight"/>
              <a:cs typeface="Montserrat ExtraLight"/>
            </a:endParaRPr>
          </a:p>
          <a:p>
            <a:pPr marL="293942" indent="-281245" defTabSz="914206">
              <a:spcBef>
                <a:spcPts val="40"/>
              </a:spcBef>
              <a:buFontTx/>
              <a:buAutoNum type="arabicPeriod" startAt="3"/>
              <a:tabLst>
                <a:tab pos="293942" algn="l"/>
              </a:tabLst>
            </a:pPr>
            <a:r>
              <a:rPr sz="1449" dirty="0">
                <a:latin typeface="Montserrat ExtraLight"/>
                <a:cs typeface="Montserrat ExtraLight"/>
              </a:rPr>
              <a:t>Conference</a:t>
            </a:r>
            <a:r>
              <a:rPr sz="1449" spc="85" dirty="0">
                <a:latin typeface="Montserrat ExtraLight"/>
                <a:cs typeface="Montserrat ExtraLight"/>
              </a:rPr>
              <a:t> </a:t>
            </a:r>
            <a:r>
              <a:rPr sz="1449" dirty="0">
                <a:latin typeface="Montserrat ExtraLight"/>
                <a:cs typeface="Montserrat ExtraLight"/>
              </a:rPr>
              <a:t>&amp;</a:t>
            </a:r>
            <a:r>
              <a:rPr sz="1449" spc="90" dirty="0">
                <a:latin typeface="Montserrat ExtraLight"/>
                <a:cs typeface="Montserrat ExtraLight"/>
              </a:rPr>
              <a:t> </a:t>
            </a:r>
            <a:r>
              <a:rPr sz="1449" dirty="0">
                <a:latin typeface="Montserrat ExtraLight"/>
                <a:cs typeface="Montserrat ExtraLight"/>
              </a:rPr>
              <a:t>Meeting</a:t>
            </a:r>
            <a:r>
              <a:rPr sz="1449" spc="85" dirty="0">
                <a:latin typeface="Montserrat ExtraLight"/>
                <a:cs typeface="Montserrat ExtraLight"/>
              </a:rPr>
              <a:t> </a:t>
            </a:r>
            <a:r>
              <a:rPr sz="1449" spc="-10" dirty="0">
                <a:latin typeface="Montserrat ExtraLight"/>
                <a:cs typeface="Montserrat ExtraLight"/>
              </a:rPr>
              <a:t>Facilities</a:t>
            </a:r>
            <a:endParaRPr sz="1449" dirty="0">
              <a:latin typeface="Montserrat ExtraLight"/>
              <a:cs typeface="Montserrat ExtraLight"/>
            </a:endParaRPr>
          </a:p>
          <a:p>
            <a:pPr marL="295212" indent="-282515" defTabSz="914206">
              <a:spcBef>
                <a:spcPts val="40"/>
              </a:spcBef>
              <a:buFontTx/>
              <a:buAutoNum type="arabicPeriod" startAt="3"/>
              <a:tabLst>
                <a:tab pos="295212" algn="l"/>
              </a:tabLst>
            </a:pPr>
            <a:r>
              <a:rPr sz="1449" spc="-10" dirty="0">
                <a:latin typeface="Montserrat ExtraLight"/>
                <a:cs typeface="Montserrat ExtraLight"/>
              </a:rPr>
              <a:t>Engineering</a:t>
            </a:r>
            <a:endParaRPr sz="1449" dirty="0">
              <a:latin typeface="Montserrat ExtraLight"/>
              <a:cs typeface="Montserrat ExtraLigh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8304" y="6444598"/>
            <a:ext cx="1208528" cy="120851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73652" y="5004916"/>
            <a:ext cx="1494957" cy="149494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88192" y="6434538"/>
            <a:ext cx="1202237" cy="120350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14417" y="5151890"/>
            <a:ext cx="1200990" cy="119973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589667" y="5077769"/>
            <a:ext cx="1218578" cy="121732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86117" y="6409412"/>
            <a:ext cx="1227371" cy="122861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-116967" y="3410978"/>
            <a:ext cx="5877687" cy="861709"/>
          </a:xfrm>
          <a:prstGeom prst="rect">
            <a:avLst/>
          </a:prstGeom>
        </p:spPr>
        <p:txBody>
          <a:bodyPr vert="horz" wrap="square" lIns="0" tIns="12698" rIns="0" bIns="0" rtlCol="0">
            <a:spAutoFit/>
          </a:bodyPr>
          <a:lstStyle/>
          <a:p>
            <a:pPr marL="12697" marR="5079" indent="813897" algn="ctr" defTabSz="914206">
              <a:lnSpc>
                <a:spcPct val="106400"/>
              </a:lnSpc>
              <a:spcBef>
                <a:spcPts val="100"/>
              </a:spcBef>
            </a:pPr>
            <a:r>
              <a:rPr sz="2649" b="1" dirty="0">
                <a:latin typeface="Montserrat"/>
                <a:cs typeface="Montserrat"/>
              </a:rPr>
              <a:t>Register</a:t>
            </a:r>
            <a:r>
              <a:rPr sz="2649" b="1" spc="-165" dirty="0">
                <a:latin typeface="Montserrat"/>
                <a:cs typeface="Montserrat"/>
              </a:rPr>
              <a:t> </a:t>
            </a:r>
            <a:r>
              <a:rPr lang="en-CA" sz="2649" b="1" spc="-10" dirty="0">
                <a:latin typeface="Montserrat"/>
                <a:cs typeface="Montserrat"/>
              </a:rPr>
              <a:t>O</a:t>
            </a:r>
            <a:r>
              <a:rPr sz="2649" b="1" spc="-10" dirty="0" err="1">
                <a:latin typeface="Montserrat"/>
                <a:cs typeface="Montserrat"/>
              </a:rPr>
              <a:t>nline</a:t>
            </a:r>
            <a:endParaRPr lang="en-CA" sz="2649" b="1" spc="-10" dirty="0">
              <a:latin typeface="Montserrat"/>
              <a:cs typeface="Montserrat"/>
            </a:endParaRPr>
          </a:p>
          <a:p>
            <a:pPr marL="12697" marR="5079" indent="813897" algn="ctr" defTabSz="914206">
              <a:lnSpc>
                <a:spcPct val="106400"/>
              </a:lnSpc>
              <a:spcBef>
                <a:spcPts val="100"/>
              </a:spcBef>
            </a:pPr>
            <a:r>
              <a:rPr lang="en-CA" sz="2649" b="1" spc="-10" dirty="0">
                <a:solidFill>
                  <a:srgbClr val="00B050"/>
                </a:solidFill>
                <a:latin typeface="Montserrat"/>
                <a:cs typeface="Montserrat"/>
              </a:rPr>
              <a:t>www.greenkeyglobal.com</a:t>
            </a:r>
            <a:endParaRPr sz="2649" dirty="0">
              <a:solidFill>
                <a:srgbClr val="00B050"/>
              </a:solidFill>
              <a:latin typeface="Montserrat"/>
              <a:cs typeface="Montserra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60424" y="3978158"/>
            <a:ext cx="3715459" cy="809515"/>
          </a:xfrm>
          <a:prstGeom prst="rect">
            <a:avLst/>
          </a:prstGeom>
        </p:spPr>
        <p:txBody>
          <a:bodyPr vert="horz" wrap="square" lIns="0" tIns="12063" rIns="0" bIns="0" rtlCol="0">
            <a:spAutoFit/>
          </a:bodyPr>
          <a:lstStyle/>
          <a:p>
            <a:pPr marL="12697" marR="5079" algn="ctr" defTabSz="914206">
              <a:lnSpc>
                <a:spcPct val="100600"/>
              </a:lnSpc>
              <a:spcBef>
                <a:spcPts val="95"/>
              </a:spcBef>
            </a:pPr>
            <a:r>
              <a:rPr lang="en-CA" sz="2647" b="1" spc="-45" dirty="0">
                <a:solidFill>
                  <a:srgbClr val="00AF50"/>
                </a:solidFill>
                <a:latin typeface="Arial"/>
                <a:cs typeface="Arial"/>
              </a:rPr>
              <a:t>Receive a Score Improvement Report</a:t>
            </a:r>
            <a:endParaRPr sz="2647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263916" y="4839879"/>
            <a:ext cx="4048266" cy="822339"/>
          </a:xfrm>
          <a:prstGeom prst="rect">
            <a:avLst/>
          </a:prstGeom>
        </p:spPr>
        <p:txBody>
          <a:bodyPr vert="horz" wrap="square" lIns="0" tIns="12063" rIns="0" bIns="0" rtlCol="0">
            <a:spAutoFit/>
          </a:bodyPr>
          <a:lstStyle/>
          <a:p>
            <a:pPr marL="12697" marR="5079" algn="ctr" defTabSz="914206">
              <a:lnSpc>
                <a:spcPct val="100600"/>
              </a:lnSpc>
              <a:spcBef>
                <a:spcPts val="95"/>
              </a:spcBef>
            </a:pPr>
            <a:r>
              <a:rPr sz="2647" b="1" spc="-30" dirty="0">
                <a:solidFill>
                  <a:srgbClr val="00AF50"/>
                </a:solidFill>
                <a:latin typeface="Arial"/>
                <a:cs typeface="Arial"/>
              </a:rPr>
              <a:t>Performance </a:t>
            </a:r>
            <a:r>
              <a:rPr lang="en-CA" sz="2647" b="1" spc="-10" dirty="0">
                <a:solidFill>
                  <a:srgbClr val="00AF50"/>
                </a:solidFill>
                <a:latin typeface="Arial"/>
                <a:cs typeface="Arial"/>
              </a:rPr>
              <a:t>R</a:t>
            </a:r>
            <a:r>
              <a:rPr sz="2647" b="1" spc="-10" dirty="0" err="1">
                <a:solidFill>
                  <a:srgbClr val="00AF50"/>
                </a:solidFill>
                <a:latin typeface="Arial"/>
                <a:cs typeface="Arial"/>
              </a:rPr>
              <a:t>epor</a:t>
            </a:r>
            <a:r>
              <a:rPr lang="en-CA" sz="2647" b="1" spc="-10" dirty="0">
                <a:solidFill>
                  <a:srgbClr val="00AF50"/>
                </a:solidFill>
                <a:latin typeface="Arial"/>
                <a:cs typeface="Arial"/>
              </a:rPr>
              <a:t>t &amp;</a:t>
            </a:r>
            <a:r>
              <a:rPr sz="2647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endParaRPr lang="en-CA" sz="2647" b="1" spc="-10" dirty="0">
              <a:solidFill>
                <a:srgbClr val="00AF50"/>
              </a:solidFill>
              <a:latin typeface="Arial"/>
              <a:cs typeface="Arial"/>
            </a:endParaRPr>
          </a:p>
          <a:p>
            <a:pPr marL="12697" marR="5079" algn="ctr" defTabSz="914206">
              <a:lnSpc>
                <a:spcPct val="100600"/>
              </a:lnSpc>
              <a:spcBef>
                <a:spcPts val="95"/>
              </a:spcBef>
            </a:pPr>
            <a:r>
              <a:rPr lang="en-CA" sz="2647" b="1" spc="-85" dirty="0">
                <a:solidFill>
                  <a:srgbClr val="00AF50"/>
                </a:solidFill>
                <a:latin typeface="Arial"/>
                <a:cs typeface="Arial"/>
              </a:rPr>
              <a:t>S</a:t>
            </a:r>
            <a:r>
              <a:rPr sz="2647" b="1" spc="-85" dirty="0" err="1">
                <a:solidFill>
                  <a:srgbClr val="00AF50"/>
                </a:solidFill>
                <a:latin typeface="Arial"/>
                <a:cs typeface="Arial"/>
              </a:rPr>
              <a:t>ustainability</a:t>
            </a:r>
            <a:r>
              <a:rPr sz="2647" b="1" spc="-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lang="en-CA" sz="2647" b="1" spc="-60" dirty="0">
                <a:solidFill>
                  <a:srgbClr val="00AF50"/>
                </a:solidFill>
                <a:latin typeface="Arial"/>
                <a:cs typeface="Arial"/>
              </a:rPr>
              <a:t>M</a:t>
            </a:r>
            <a:r>
              <a:rPr sz="2647" b="1" spc="-60" dirty="0">
                <a:solidFill>
                  <a:srgbClr val="00AF50"/>
                </a:solidFill>
                <a:latin typeface="Arial"/>
                <a:cs typeface="Arial"/>
              </a:rPr>
              <a:t>ap</a:t>
            </a:r>
            <a:endParaRPr sz="2647" dirty="0">
              <a:latin typeface="Arial"/>
              <a:cs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06D3FC-7E4C-BE24-6E55-450872FF9B90}"/>
              </a:ext>
            </a:extLst>
          </p:cNvPr>
          <p:cNvSpPr/>
          <p:nvPr/>
        </p:nvSpPr>
        <p:spPr>
          <a:xfrm>
            <a:off x="1444378" y="1100281"/>
            <a:ext cx="17215344" cy="1208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50653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7256" b="1" dirty="0">
                <a:ln w="0"/>
                <a:gradFill flip="none" rotWithShape="1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 panose="02000505000000020004" pitchFamily="2" charset="0"/>
              </a:rPr>
              <a:t>CERTIFICATION PROCESS</a:t>
            </a:r>
          </a:p>
        </p:txBody>
      </p:sp>
      <p:sp>
        <p:nvSpPr>
          <p:cNvPr id="12" name="object 14">
            <a:extLst>
              <a:ext uri="{FF2B5EF4-FFF2-40B4-BE49-F238E27FC236}">
                <a16:creationId xmlns:a16="http://schemas.microsoft.com/office/drawing/2014/main" id="{C7C64CC0-86A4-B27F-5732-F9D1FEAB11A5}"/>
              </a:ext>
            </a:extLst>
          </p:cNvPr>
          <p:cNvSpPr txBox="1"/>
          <p:nvPr/>
        </p:nvSpPr>
        <p:spPr>
          <a:xfrm>
            <a:off x="15263916" y="8107865"/>
            <a:ext cx="3395805" cy="826891"/>
          </a:xfrm>
          <a:prstGeom prst="rect">
            <a:avLst/>
          </a:prstGeom>
        </p:spPr>
        <p:txBody>
          <a:bodyPr vert="horz" wrap="square" lIns="0" tIns="11428" rIns="0" bIns="0" rtlCol="0">
            <a:spAutoFit/>
          </a:bodyPr>
          <a:lstStyle/>
          <a:p>
            <a:pPr marL="12697" algn="ctr" defTabSz="914206">
              <a:spcBef>
                <a:spcPts val="90"/>
              </a:spcBef>
            </a:pPr>
            <a:r>
              <a:rPr lang="en-CA" sz="2649" b="1" spc="-10" dirty="0">
                <a:latin typeface="Montserrat"/>
                <a:cs typeface="Montserrat"/>
              </a:rPr>
              <a:t>Market Your Achievements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89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911350" y="2477650"/>
            <a:ext cx="20777166" cy="3162023"/>
          </a:xfrm>
          <a:prstGeom prst="rect">
            <a:avLst/>
          </a:prstGeom>
        </p:spPr>
        <p:txBody>
          <a:bodyPr vert="horz" wrap="square" lIns="0" tIns="1607443" rIns="0" bIns="0" rtlCol="0">
            <a:spAutoFit/>
          </a:bodyPr>
          <a:lstStyle/>
          <a:p>
            <a:pPr marL="3307079" algn="ctr">
              <a:lnSpc>
                <a:spcPct val="100000"/>
              </a:lnSpc>
              <a:spcBef>
                <a:spcPts val="100"/>
              </a:spcBef>
            </a:pPr>
            <a:r>
              <a:rPr lang="en-CA" sz="10000" spc="180"/>
              <a:t>Process Walkthrough</a:t>
            </a:r>
            <a:endParaRPr sz="10000"/>
          </a:p>
        </p:txBody>
      </p:sp>
    </p:spTree>
    <p:extLst>
      <p:ext uri="{BB962C8B-B14F-4D97-AF65-F5344CB8AC3E}">
        <p14:creationId xmlns:p14="http://schemas.microsoft.com/office/powerpoint/2010/main" val="1442966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3135-83A9-9A7E-622B-C7B50143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F7558F-BF8A-ABA8-262E-42AE2576A099}"/>
              </a:ext>
            </a:extLst>
          </p:cNvPr>
          <p:cNvSpPr/>
          <p:nvPr/>
        </p:nvSpPr>
        <p:spPr>
          <a:xfrm>
            <a:off x="3498850" y="2020888"/>
            <a:ext cx="13106400" cy="7267575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BA4CDF15-201B-2586-4B5C-ACAE0F9AA1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3104" y="1235075"/>
            <a:ext cx="11296016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92D050"/>
                </a:solidFill>
                <a:latin typeface="Montserrat"/>
                <a:cs typeface="Montserrat"/>
              </a:rPr>
              <a:t>www.greenkeyglobal.com/members</a:t>
            </a: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   </a:t>
            </a:r>
            <a:endParaRPr sz="3950" dirty="0">
              <a:latin typeface="Montserrat"/>
              <a:cs typeface="Montserra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A3BA23-FA88-1B63-E0A8-023694C9172D}"/>
              </a:ext>
            </a:extLst>
          </p:cNvPr>
          <p:cNvSpPr/>
          <p:nvPr/>
        </p:nvSpPr>
        <p:spPr>
          <a:xfrm>
            <a:off x="4489450" y="3597275"/>
            <a:ext cx="3962400" cy="2514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B3AE8C-CF7B-57E0-B883-741212BF6DBE}"/>
              </a:ext>
            </a:extLst>
          </p:cNvPr>
          <p:cNvCxnSpPr>
            <a:cxnSpLocks/>
          </p:cNvCxnSpPr>
          <p:nvPr/>
        </p:nvCxnSpPr>
        <p:spPr>
          <a:xfrm>
            <a:off x="4287987" y="3567430"/>
            <a:ext cx="707726" cy="41864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login page&#10;&#10;Description automatically generated">
            <a:extLst>
              <a:ext uri="{FF2B5EF4-FFF2-40B4-BE49-F238E27FC236}">
                <a16:creationId xmlns:a16="http://schemas.microsoft.com/office/drawing/2014/main" id="{4304F251-3D40-32A4-8054-980157BD7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987" y="2335682"/>
            <a:ext cx="11237432" cy="66379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5D3D16-FA55-18DC-D543-82CA9FCB5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9017" y="2776745"/>
            <a:ext cx="2295845" cy="790685"/>
          </a:xfrm>
          <a:prstGeom prst="rect">
            <a:avLst/>
          </a:prstGeom>
        </p:spPr>
      </p:pic>
      <p:sp>
        <p:nvSpPr>
          <p:cNvPr id="2" name="object 24">
            <a:extLst>
              <a:ext uri="{FF2B5EF4-FFF2-40B4-BE49-F238E27FC236}">
                <a16:creationId xmlns:a16="http://schemas.microsoft.com/office/drawing/2014/main" id="{FC7E8AC3-1B17-6163-5653-B58C40731FA9}"/>
              </a:ext>
            </a:extLst>
          </p:cNvPr>
          <p:cNvSpPr txBox="1">
            <a:spLocks/>
          </p:cNvSpPr>
          <p:nvPr/>
        </p:nvSpPr>
        <p:spPr>
          <a:xfrm>
            <a:off x="1490346" y="1235075"/>
            <a:ext cx="2428512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9950" b="0" i="0">
                <a:solidFill>
                  <a:srgbClr val="0A9344"/>
                </a:solidFill>
                <a:latin typeface="Montserrat Thin"/>
                <a:ea typeface="+mj-ea"/>
                <a:cs typeface="Montserrat Thin"/>
              </a:defRPr>
            </a:lvl1pPr>
          </a:lstStyle>
          <a:p>
            <a:pPr marL="12700"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STEP 1</a:t>
            </a:r>
            <a:endParaRPr lang="en-CA" sz="3950" dirty="0">
              <a:latin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91479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3ED7B-DED3-987E-584B-87EEB8D72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2AC75F-1535-6C93-8F27-25F76A9CB80E}"/>
              </a:ext>
            </a:extLst>
          </p:cNvPr>
          <p:cNvSpPr/>
          <p:nvPr/>
        </p:nvSpPr>
        <p:spPr>
          <a:xfrm>
            <a:off x="3498850" y="2020888"/>
            <a:ext cx="13106400" cy="8582944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F12A50AD-2B53-F7D5-2E68-F68622D99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346" y="1235075"/>
            <a:ext cx="2428512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STEP 2</a:t>
            </a:r>
            <a:endParaRPr sz="3950" dirty="0">
              <a:latin typeface="Montserrat"/>
              <a:cs typeface="Montserrat"/>
            </a:endParaRPr>
          </a:p>
        </p:txBody>
      </p:sp>
      <p:pic>
        <p:nvPicPr>
          <p:cNvPr id="6" name="Picture 5" descr="A screenshot of a green website&#10;&#10;AI-generated content may be incorrect.">
            <a:extLst>
              <a:ext uri="{FF2B5EF4-FFF2-40B4-BE49-F238E27FC236}">
                <a16:creationId xmlns:a16="http://schemas.microsoft.com/office/drawing/2014/main" id="{3B748E6D-4536-97B8-4ECC-51BFA39BD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620" y="2112963"/>
            <a:ext cx="11493500" cy="837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24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879E8D-614B-0F37-F182-3CDB34851908}"/>
              </a:ext>
            </a:extLst>
          </p:cNvPr>
          <p:cNvSpPr/>
          <p:nvPr/>
        </p:nvSpPr>
        <p:spPr>
          <a:xfrm>
            <a:off x="2819630" y="1943735"/>
            <a:ext cx="15422649" cy="891540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bject 24">
            <a:extLst>
              <a:ext uri="{FF2B5EF4-FFF2-40B4-BE49-F238E27FC236}">
                <a16:creationId xmlns:a16="http://schemas.microsoft.com/office/drawing/2014/main" id="{20A036F6-D0F1-8323-86CA-8A24A5613A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345" y="1235075"/>
            <a:ext cx="315150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STEP 3</a:t>
            </a:r>
            <a:endParaRPr sz="3950" dirty="0">
              <a:latin typeface="Montserrat"/>
              <a:cs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D39484-9FE1-AA5C-A83B-1E94FD078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212" y="2272030"/>
            <a:ext cx="14538614" cy="819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763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8BDA-0300-9B36-F05A-C91238C0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DE3D3C-515A-270B-A075-6AD714087F88}"/>
              </a:ext>
            </a:extLst>
          </p:cNvPr>
          <p:cNvSpPr/>
          <p:nvPr/>
        </p:nvSpPr>
        <p:spPr>
          <a:xfrm>
            <a:off x="563880" y="1795439"/>
            <a:ext cx="18973800" cy="9055441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object 24">
            <a:extLst>
              <a:ext uri="{FF2B5EF4-FFF2-40B4-BE49-F238E27FC236}">
                <a16:creationId xmlns:a16="http://schemas.microsoft.com/office/drawing/2014/main" id="{E77DB7E9-3D19-E13D-4E16-C64FD90AF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346" y="1113155"/>
            <a:ext cx="2314212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STEP 4</a:t>
            </a:r>
            <a:endParaRPr sz="3950" dirty="0">
              <a:latin typeface="Montserrat"/>
              <a:cs typeface="Montserrat"/>
            </a:endParaRP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AE3FF2E8-A746-708D-E60F-4A885F0D7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767" y="9041816"/>
            <a:ext cx="6759526" cy="1234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DC218D-47B2-9AB0-AA8C-8AAA9555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906" y="2694044"/>
            <a:ext cx="8222693" cy="60127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FB8F5A-D577-BDA4-E8AA-DCB08B755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6501" y="2709284"/>
            <a:ext cx="9719517" cy="6012700"/>
          </a:xfrm>
          <a:prstGeom prst="rect">
            <a:avLst/>
          </a:prstGeom>
        </p:spPr>
      </p:pic>
      <p:sp>
        <p:nvSpPr>
          <p:cNvPr id="12" name="object 24">
            <a:extLst>
              <a:ext uri="{FF2B5EF4-FFF2-40B4-BE49-F238E27FC236}">
                <a16:creationId xmlns:a16="http://schemas.microsoft.com/office/drawing/2014/main" id="{4C21FCD4-0080-4E58-6EBB-9A80017C84B9}"/>
              </a:ext>
            </a:extLst>
          </p:cNvPr>
          <p:cNvSpPr txBox="1">
            <a:spLocks/>
          </p:cNvSpPr>
          <p:nvPr/>
        </p:nvSpPr>
        <p:spPr>
          <a:xfrm>
            <a:off x="3804558" y="2072720"/>
            <a:ext cx="303820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9950" b="0" i="0">
                <a:solidFill>
                  <a:srgbClr val="0A9344"/>
                </a:solidFill>
                <a:latin typeface="Montserrat Thin"/>
                <a:ea typeface="+mj-ea"/>
                <a:cs typeface="Montserrat Thin"/>
              </a:defRPr>
            </a:lvl1pPr>
          </a:lstStyle>
          <a:p>
            <a:pPr marL="12700">
              <a:spcBef>
                <a:spcPts val="105"/>
              </a:spcBef>
              <a:tabLst>
                <a:tab pos="2329180" algn="l"/>
              </a:tabLst>
            </a:pPr>
            <a:r>
              <a:rPr lang="en-CA" sz="2800" b="1" spc="245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cs typeface="Montserrat"/>
              </a:rPr>
              <a:t>All Questions</a:t>
            </a:r>
            <a:endParaRPr lang="en-CA" sz="2800" dirty="0">
              <a:solidFill>
                <a:schemeClr val="tx1">
                  <a:lumMod val="50000"/>
                  <a:lumOff val="50000"/>
                </a:schemeClr>
              </a:solidFill>
              <a:latin typeface="Montserrat"/>
              <a:cs typeface="Montserrat"/>
            </a:endParaRPr>
          </a:p>
        </p:txBody>
      </p:sp>
      <p:sp>
        <p:nvSpPr>
          <p:cNvPr id="13" name="object 24">
            <a:extLst>
              <a:ext uri="{FF2B5EF4-FFF2-40B4-BE49-F238E27FC236}">
                <a16:creationId xmlns:a16="http://schemas.microsoft.com/office/drawing/2014/main" id="{7C8F7B81-09AA-5E18-1C20-E35C267A8194}"/>
              </a:ext>
            </a:extLst>
          </p:cNvPr>
          <p:cNvSpPr txBox="1">
            <a:spLocks/>
          </p:cNvSpPr>
          <p:nvPr/>
        </p:nvSpPr>
        <p:spPr>
          <a:xfrm>
            <a:off x="10863503" y="1812179"/>
            <a:ext cx="7988377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9950" b="0" i="0">
                <a:solidFill>
                  <a:srgbClr val="0A9344"/>
                </a:solidFill>
                <a:latin typeface="Montserrat Thin"/>
                <a:ea typeface="+mj-ea"/>
                <a:cs typeface="Montserrat Thin"/>
              </a:defRPr>
            </a:lvl1pPr>
          </a:lstStyle>
          <a:p>
            <a:pPr marL="12700" algn="ctr">
              <a:spcBef>
                <a:spcPts val="105"/>
              </a:spcBef>
              <a:tabLst>
                <a:tab pos="2329180" algn="l"/>
              </a:tabLst>
            </a:pPr>
            <a:r>
              <a:rPr lang="en-CA" sz="2800" b="1" spc="245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cs typeface="Montserrat"/>
              </a:rPr>
              <a:t>Core Criteria</a:t>
            </a:r>
            <a:br>
              <a:rPr lang="en-CA" sz="2800" b="1" spc="245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cs typeface="Montserrat"/>
              </a:rPr>
            </a:br>
            <a:r>
              <a:rPr lang="en-CA" sz="2800" b="1" spc="245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cs typeface="Montserrat"/>
              </a:rPr>
              <a:t>(mandatory questions)</a:t>
            </a:r>
            <a:endParaRPr lang="en-CA" sz="2800" dirty="0">
              <a:solidFill>
                <a:schemeClr val="tx1">
                  <a:lumMod val="50000"/>
                  <a:lumOff val="50000"/>
                </a:schemeClr>
              </a:solidFill>
              <a:latin typeface="Montserrat"/>
              <a:cs typeface="Montserra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B295E9-0E1F-F810-DAD0-7ED2E1581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398" y="8988472"/>
            <a:ext cx="4412362" cy="1341236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427587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4">
            <a:extLst>
              <a:ext uri="{FF2B5EF4-FFF2-40B4-BE49-F238E27FC236}">
                <a16:creationId xmlns:a16="http://schemas.microsoft.com/office/drawing/2014/main" id="{181328C3-D54B-30E8-B5CB-F4A623068B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345" y="1235075"/>
            <a:ext cx="315150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STEP 5</a:t>
            </a:r>
            <a:endParaRPr sz="3950" dirty="0">
              <a:latin typeface="Montserrat"/>
              <a:cs typeface="Montserra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43B429C-FBDD-0C11-29AD-05BC12CA0133}"/>
              </a:ext>
            </a:extLst>
          </p:cNvPr>
          <p:cNvGrpSpPr/>
          <p:nvPr/>
        </p:nvGrpSpPr>
        <p:grpSpPr>
          <a:xfrm>
            <a:off x="4160752" y="273581"/>
            <a:ext cx="10912405" cy="10628882"/>
            <a:chOff x="4175991" y="378884"/>
            <a:chExt cx="11752118" cy="1101637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6A1813-8B7E-C94F-B122-76735A680EE0}"/>
                </a:ext>
              </a:extLst>
            </p:cNvPr>
            <p:cNvSpPr/>
            <p:nvPr/>
          </p:nvSpPr>
          <p:spPr>
            <a:xfrm>
              <a:off x="4175991" y="378884"/>
              <a:ext cx="11752118" cy="10762191"/>
            </a:xfrm>
            <a:prstGeom prst="rect">
              <a:avLst/>
            </a:prstGeom>
            <a:solidFill>
              <a:srgbClr val="92D050">
                <a:alpha val="5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926AEB1-8EC3-783A-E86B-65A484505C65}"/>
                </a:ext>
              </a:extLst>
            </p:cNvPr>
            <p:cNvGrpSpPr/>
            <p:nvPr/>
          </p:nvGrpSpPr>
          <p:grpSpPr>
            <a:xfrm>
              <a:off x="4765672" y="4442007"/>
              <a:ext cx="10582275" cy="6953250"/>
              <a:chOff x="4575172" y="4231399"/>
              <a:chExt cx="10582275" cy="695325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3997A47-039B-4F0A-D43F-F7CDBF6A5898}"/>
                  </a:ext>
                </a:extLst>
              </p:cNvPr>
              <p:cNvSpPr/>
              <p:nvPr/>
            </p:nvSpPr>
            <p:spPr>
              <a:xfrm>
                <a:off x="7461250" y="10034968"/>
                <a:ext cx="1981200" cy="68489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5CACF34-93BA-78F1-54AF-35D804F45C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5172" y="4231399"/>
                <a:ext cx="10582275" cy="6953250"/>
              </a:xfrm>
              <a:prstGeom prst="rect">
                <a:avLst/>
              </a:prstGeom>
            </p:spPr>
          </p:pic>
        </p:grpSp>
      </p:grp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5A0555D-3453-89B6-FE43-40813D5ED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020" y="452377"/>
            <a:ext cx="9841535" cy="374141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E357702-AFA0-41D1-5AE6-2A9C9D6DC01D}"/>
              </a:ext>
            </a:extLst>
          </p:cNvPr>
          <p:cNvSpPr/>
          <p:nvPr/>
        </p:nvSpPr>
        <p:spPr>
          <a:xfrm>
            <a:off x="4407877" y="855330"/>
            <a:ext cx="10141812" cy="26381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9E444942-2D77-5AEF-14E5-39E7E128D5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562" y="10190066"/>
            <a:ext cx="4106317" cy="72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42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A75DA0-1D46-7A5D-B91A-55B0D5BDEC27}"/>
              </a:ext>
            </a:extLst>
          </p:cNvPr>
          <p:cNvSpPr/>
          <p:nvPr/>
        </p:nvSpPr>
        <p:spPr>
          <a:xfrm>
            <a:off x="2892983" y="2103120"/>
            <a:ext cx="14220891" cy="8283574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6F3BD9-9728-1135-AFF3-951BDE938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11" b="-335"/>
          <a:stretch>
            <a:fillRect/>
          </a:stretch>
        </p:blipFill>
        <p:spPr>
          <a:xfrm>
            <a:off x="3298644" y="3061320"/>
            <a:ext cx="13506812" cy="6336000"/>
          </a:xfrm>
          <a:prstGeom prst="rect">
            <a:avLst/>
          </a:prstGeom>
        </p:spPr>
      </p:pic>
      <p:sp>
        <p:nvSpPr>
          <p:cNvPr id="6" name="object 24">
            <a:extLst>
              <a:ext uri="{FF2B5EF4-FFF2-40B4-BE49-F238E27FC236}">
                <a16:creationId xmlns:a16="http://schemas.microsoft.com/office/drawing/2014/main" id="{ADD35DE8-EEDD-56CD-A8AE-9860F2ABBA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345" y="1235075"/>
            <a:ext cx="315150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STEP 5</a:t>
            </a:r>
            <a:r>
              <a:rPr lang="en-CA" sz="3600" b="1" spc="245" dirty="0">
                <a:solidFill>
                  <a:srgbClr val="585858"/>
                </a:solidFill>
                <a:latin typeface="Montserrat"/>
                <a:cs typeface="Montserrat"/>
              </a:rPr>
              <a:t>b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7" name="object 24">
            <a:extLst>
              <a:ext uri="{FF2B5EF4-FFF2-40B4-BE49-F238E27FC236}">
                <a16:creationId xmlns:a16="http://schemas.microsoft.com/office/drawing/2014/main" id="{FD088274-5B4E-81C1-3677-01257404CA16}"/>
              </a:ext>
            </a:extLst>
          </p:cNvPr>
          <p:cNvSpPr txBox="1">
            <a:spLocks/>
          </p:cNvSpPr>
          <p:nvPr/>
        </p:nvSpPr>
        <p:spPr>
          <a:xfrm>
            <a:off x="3980497" y="1302778"/>
            <a:ext cx="7988377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9950" b="0" i="0">
                <a:solidFill>
                  <a:srgbClr val="0A9344"/>
                </a:solidFill>
                <a:latin typeface="Montserrat Thin"/>
                <a:ea typeface="+mj-ea"/>
                <a:cs typeface="Montserrat Thin"/>
              </a:defRPr>
            </a:lvl1pPr>
          </a:lstStyle>
          <a:p>
            <a:pPr marL="12700" algn="l">
              <a:spcBef>
                <a:spcPts val="105"/>
              </a:spcBef>
              <a:tabLst>
                <a:tab pos="2329180" algn="l"/>
              </a:tabLst>
            </a:pPr>
            <a:r>
              <a:rPr lang="en-CA" sz="1800" b="1" spc="245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/>
                <a:cs typeface="Montserrat"/>
              </a:rPr>
              <a:t>*If only Core Criteria submitted</a:t>
            </a:r>
            <a:endParaRPr lang="en-CA" sz="1800" dirty="0">
              <a:solidFill>
                <a:schemeClr val="tx1">
                  <a:lumMod val="50000"/>
                  <a:lumOff val="50000"/>
                </a:schemeClr>
              </a:solidFill>
              <a:latin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04759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D545EC-718C-B015-9291-DE6FD96CC425}"/>
              </a:ext>
            </a:extLst>
          </p:cNvPr>
          <p:cNvSpPr/>
          <p:nvPr/>
        </p:nvSpPr>
        <p:spPr>
          <a:xfrm>
            <a:off x="4175991" y="1349375"/>
            <a:ext cx="11752118" cy="861060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bject 24">
            <a:extLst>
              <a:ext uri="{FF2B5EF4-FFF2-40B4-BE49-F238E27FC236}">
                <a16:creationId xmlns:a16="http://schemas.microsoft.com/office/drawing/2014/main" id="{BAF45AE7-D639-C13B-FB7E-88F20C90E286}"/>
              </a:ext>
            </a:extLst>
          </p:cNvPr>
          <p:cNvSpPr txBox="1">
            <a:spLocks/>
          </p:cNvSpPr>
          <p:nvPr/>
        </p:nvSpPr>
        <p:spPr>
          <a:xfrm>
            <a:off x="944917" y="1235075"/>
            <a:ext cx="315150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9950" b="0" i="0">
                <a:solidFill>
                  <a:srgbClr val="0A9344"/>
                </a:solidFill>
                <a:latin typeface="Montserrat Thin"/>
                <a:ea typeface="+mj-ea"/>
                <a:cs typeface="Montserrat Thin"/>
              </a:defRPr>
            </a:lvl1pPr>
          </a:lstStyle>
          <a:p>
            <a:pPr marL="12700">
              <a:spcBef>
                <a:spcPts val="105"/>
              </a:spcBef>
              <a:tabLst>
                <a:tab pos="2329180" algn="l"/>
              </a:tabLst>
            </a:pPr>
            <a:r>
              <a:rPr lang="en-CA" sz="3950" b="1" spc="245" dirty="0">
                <a:solidFill>
                  <a:srgbClr val="585858"/>
                </a:solidFill>
                <a:latin typeface="Montserrat"/>
                <a:cs typeface="Montserrat"/>
              </a:rPr>
              <a:t>STEPS 6&amp;7</a:t>
            </a:r>
            <a:endParaRPr lang="en-CA" sz="3950" dirty="0">
              <a:latin typeface="Montserrat"/>
              <a:cs typeface="Montserrat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BB23CD5-DA40-4E2B-7AA5-937C4657C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570" y="1675194"/>
            <a:ext cx="10836579" cy="5456393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62740CE-A875-D9D4-2C0F-BB5E6A252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569" y="7471493"/>
            <a:ext cx="10836579" cy="22328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8370167-E3E6-7A41-28E6-E79668669F68}"/>
              </a:ext>
            </a:extLst>
          </p:cNvPr>
          <p:cNvSpPr/>
          <p:nvPr/>
        </p:nvSpPr>
        <p:spPr>
          <a:xfrm>
            <a:off x="4733290" y="8870315"/>
            <a:ext cx="1981200" cy="6848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808FAC-F5B4-F26F-D316-0CDA256F5CAD}"/>
              </a:ext>
            </a:extLst>
          </p:cNvPr>
          <p:cNvCxnSpPr>
            <a:cxnSpLocks/>
          </p:cNvCxnSpPr>
          <p:nvPr/>
        </p:nvCxnSpPr>
        <p:spPr>
          <a:xfrm>
            <a:off x="3891225" y="4302351"/>
            <a:ext cx="707726" cy="41864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2DF8D7-BC25-D538-BF8B-ED0B7F521DA5}"/>
              </a:ext>
            </a:extLst>
          </p:cNvPr>
          <p:cNvCxnSpPr>
            <a:cxnSpLocks/>
          </p:cNvCxnSpPr>
          <p:nvPr/>
        </p:nvCxnSpPr>
        <p:spPr>
          <a:xfrm>
            <a:off x="4026364" y="8582335"/>
            <a:ext cx="707726" cy="41864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97432D5-50A2-E122-AA97-590E707D5228}"/>
              </a:ext>
            </a:extLst>
          </p:cNvPr>
          <p:cNvSpPr txBox="1"/>
          <p:nvPr/>
        </p:nvSpPr>
        <p:spPr>
          <a:xfrm>
            <a:off x="5506215" y="4223670"/>
            <a:ext cx="356106" cy="3111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E45F7-B58F-40FE-5729-20A07C91A563}"/>
              </a:ext>
            </a:extLst>
          </p:cNvPr>
          <p:cNvSpPr txBox="1"/>
          <p:nvPr/>
        </p:nvSpPr>
        <p:spPr>
          <a:xfrm>
            <a:off x="12456160" y="5546233"/>
            <a:ext cx="357015" cy="2957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BA5D2B-20F0-5672-6B8C-E9256E38025A}"/>
              </a:ext>
            </a:extLst>
          </p:cNvPr>
          <p:cNvSpPr/>
          <p:nvPr/>
        </p:nvSpPr>
        <p:spPr>
          <a:xfrm>
            <a:off x="4646980" y="4489104"/>
            <a:ext cx="1981200" cy="6848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2912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7084-EC50-6863-AF2D-74A076B0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23" y="4123487"/>
            <a:ext cx="19603453" cy="1531188"/>
          </a:xfrm>
        </p:spPr>
        <p:txBody>
          <a:bodyPr/>
          <a:lstStyle/>
          <a:p>
            <a:pPr algn="ctr"/>
            <a:r>
              <a:rPr lang="en-CA"/>
              <a:t> Question Time</a:t>
            </a:r>
          </a:p>
        </p:txBody>
      </p:sp>
    </p:spTree>
    <p:extLst>
      <p:ext uri="{BB962C8B-B14F-4D97-AF65-F5344CB8AC3E}">
        <p14:creationId xmlns:p14="http://schemas.microsoft.com/office/powerpoint/2010/main" val="843485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211882-5AED-357C-6D36-8AC2FD27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8C0F34-1891-8498-DEA4-F126703878B6}"/>
              </a:ext>
            </a:extLst>
          </p:cNvPr>
          <p:cNvSpPr/>
          <p:nvPr/>
        </p:nvSpPr>
        <p:spPr>
          <a:xfrm>
            <a:off x="10052051" y="4655585"/>
            <a:ext cx="9120865" cy="6461594"/>
          </a:xfrm>
          <a:prstGeom prst="roundRect">
            <a:avLst/>
          </a:prstGeom>
          <a:noFill/>
          <a:ln w="38100">
            <a:solidFill>
              <a:srgbClr val="8EC23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defRPr/>
            </a:pPr>
            <a:endParaRPr lang="en-CA" sz="1801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8CC37D26-3E61-CC46-8B0A-6983C42F1947}"/>
              </a:ext>
            </a:extLst>
          </p:cNvPr>
          <p:cNvSpPr/>
          <p:nvPr/>
        </p:nvSpPr>
        <p:spPr>
          <a:xfrm>
            <a:off x="1445587" y="2316015"/>
            <a:ext cx="9120865" cy="5648469"/>
          </a:xfrm>
          <a:prstGeom prst="wedgeRoundRectCallout">
            <a:avLst/>
          </a:prstGeom>
          <a:solidFill>
            <a:schemeClr val="bg1"/>
          </a:solidFill>
          <a:ln w="38100">
            <a:solidFill>
              <a:srgbClr val="8EC2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defRPr/>
            </a:pPr>
            <a:endParaRPr lang="en-CA" sz="1801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3DEBDC-C88A-A404-0551-636694BA1D1A}"/>
              </a:ext>
            </a:extLst>
          </p:cNvPr>
          <p:cNvSpPr/>
          <p:nvPr/>
        </p:nvSpPr>
        <p:spPr>
          <a:xfrm>
            <a:off x="1445586" y="597867"/>
            <a:ext cx="17212929" cy="12089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50654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256" b="1" dirty="0">
                <a:ln w="0"/>
                <a:gradFill flip="none" rotWithShape="1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 panose="02000505000000020004" pitchFamily="2" charset="0"/>
              </a:rPr>
              <a:t>ECO RATING FAQs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665AB7-172B-946A-3FF0-0385720BD03D}"/>
              </a:ext>
            </a:extLst>
          </p:cNvPr>
          <p:cNvGrpSpPr/>
          <p:nvPr/>
        </p:nvGrpSpPr>
        <p:grpSpPr>
          <a:xfrm>
            <a:off x="720502" y="1420536"/>
            <a:ext cx="2519823" cy="2519823"/>
            <a:chOff x="1108954" y="2198451"/>
            <a:chExt cx="2520000" cy="25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E2C7144-D90A-F5D8-5954-374B985E8246}"/>
                </a:ext>
              </a:extLst>
            </p:cNvPr>
            <p:cNvSpPr/>
            <p:nvPr/>
          </p:nvSpPr>
          <p:spPr>
            <a:xfrm>
              <a:off x="1108954" y="2198451"/>
              <a:ext cx="2520000" cy="252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8EC2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07846" rtl="0">
                <a:defRPr/>
              </a:pPr>
              <a:endParaRPr lang="en-CA" sz="1801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pic>
          <p:nvPicPr>
            <p:cNvPr id="4" name="Picture 3" descr="A green question mark on a black background&#10;&#10;AI-generated content may be incorrect.">
              <a:extLst>
                <a:ext uri="{FF2B5EF4-FFF2-40B4-BE49-F238E27FC236}">
                  <a16:creationId xmlns:a16="http://schemas.microsoft.com/office/drawing/2014/main" id="{944D571B-6205-4654-79FB-E03ED8229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6443" y="2455940"/>
              <a:ext cx="2005021" cy="2005021"/>
            </a:xfrm>
            <a:prstGeom prst="rect">
              <a:avLst/>
            </a:prstGeom>
            <a:ln w="38100"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40B9B41-B17D-E25D-387D-FEDF6C2A79B0}"/>
              </a:ext>
            </a:extLst>
          </p:cNvPr>
          <p:cNvSpPr txBox="1"/>
          <p:nvPr/>
        </p:nvSpPr>
        <p:spPr>
          <a:xfrm>
            <a:off x="10887445" y="5137120"/>
            <a:ext cx="777106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Most properties obtain their Eco-Rating Certification within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90 to 120 days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.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The entire self-assessment typically takes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30 days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to complete, representing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15-20 hours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of effort, including answering questions and uploading supporting documents.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Core Criteria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can take as little as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3-4 hours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to answer and upload supporting documents.</a:t>
            </a:r>
            <a:endParaRPr lang="en-US" sz="2800" b="1" dirty="0">
              <a:solidFill>
                <a:prstClr val="black">
                  <a:lumMod val="85000"/>
                  <a:lumOff val="15000"/>
                </a:prstClr>
              </a:solidFill>
              <a:latin typeface="Montserrat" pitchFamily="2" charset="0"/>
            </a:endParaRP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Once your audit is requested, it generally takes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60-90 days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to schedule and complete the audit.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B090C-365C-0238-560C-3C8C7C03B0E4}"/>
              </a:ext>
            </a:extLst>
          </p:cNvPr>
          <p:cNvSpPr txBox="1"/>
          <p:nvPr/>
        </p:nvSpPr>
        <p:spPr>
          <a:xfrm>
            <a:off x="1802456" y="3940360"/>
            <a:ext cx="8407122" cy="193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507846" rtl="0">
              <a:defRPr/>
            </a:pPr>
            <a:r>
              <a:rPr lang="en-US" sz="5999" b="1" kern="1200" dirty="0">
                <a:solidFill>
                  <a:srgbClr val="128842"/>
                </a:solidFill>
                <a:latin typeface="Montserrat" pitchFamily="2" charset="0"/>
                <a:ea typeface="+mn-ea"/>
                <a:cs typeface="+mn-cs"/>
              </a:rPr>
              <a:t>How long does certification take?</a:t>
            </a:r>
            <a:endParaRPr lang="en-CA" sz="5999" b="1" kern="1200" dirty="0">
              <a:solidFill>
                <a:srgbClr val="128842"/>
              </a:solidFill>
              <a:latin typeface="Montserra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67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BC4B95-DB8F-41BF-4591-FA6C7269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113F63-8003-784F-B313-50850548C1EC}"/>
              </a:ext>
            </a:extLst>
          </p:cNvPr>
          <p:cNvSpPr/>
          <p:nvPr/>
        </p:nvSpPr>
        <p:spPr>
          <a:xfrm>
            <a:off x="10052051" y="4655585"/>
            <a:ext cx="9120865" cy="5648469"/>
          </a:xfrm>
          <a:prstGeom prst="roundRect">
            <a:avLst/>
          </a:prstGeom>
          <a:noFill/>
          <a:ln w="38100">
            <a:solidFill>
              <a:srgbClr val="8EC23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defRPr/>
            </a:pPr>
            <a:endParaRPr lang="en-CA" sz="1801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EDC5FEA-8CDA-3BE5-52C7-75F7F161FEFF}"/>
              </a:ext>
            </a:extLst>
          </p:cNvPr>
          <p:cNvSpPr/>
          <p:nvPr/>
        </p:nvSpPr>
        <p:spPr>
          <a:xfrm>
            <a:off x="1445587" y="2316015"/>
            <a:ext cx="9120865" cy="5648469"/>
          </a:xfrm>
          <a:prstGeom prst="wedgeRoundRectCallout">
            <a:avLst/>
          </a:prstGeom>
          <a:solidFill>
            <a:schemeClr val="bg1"/>
          </a:solidFill>
          <a:ln w="38100">
            <a:solidFill>
              <a:srgbClr val="8EC2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defRPr/>
            </a:pPr>
            <a:endParaRPr lang="en-CA" sz="1801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00EF1D-D956-33AD-DCA1-7E1B7FF668D5}"/>
              </a:ext>
            </a:extLst>
          </p:cNvPr>
          <p:cNvSpPr/>
          <p:nvPr/>
        </p:nvSpPr>
        <p:spPr>
          <a:xfrm>
            <a:off x="1445586" y="597867"/>
            <a:ext cx="17212929" cy="12089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50654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256" b="1" dirty="0">
                <a:ln w="0"/>
                <a:gradFill flip="none" rotWithShape="1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 panose="02000505000000020004" pitchFamily="2" charset="0"/>
              </a:rPr>
              <a:t>ECO RATING FAQs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E987C1-1283-2128-241F-82B560878441}"/>
              </a:ext>
            </a:extLst>
          </p:cNvPr>
          <p:cNvGrpSpPr/>
          <p:nvPr/>
        </p:nvGrpSpPr>
        <p:grpSpPr>
          <a:xfrm>
            <a:off x="720502" y="1420536"/>
            <a:ext cx="2519823" cy="2519823"/>
            <a:chOff x="1108954" y="2198451"/>
            <a:chExt cx="2520000" cy="25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5646B1-DD7C-105A-DAC4-E04C3FAEE40C}"/>
                </a:ext>
              </a:extLst>
            </p:cNvPr>
            <p:cNvSpPr/>
            <p:nvPr/>
          </p:nvSpPr>
          <p:spPr>
            <a:xfrm>
              <a:off x="1108954" y="2198451"/>
              <a:ext cx="2520000" cy="252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8EC2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07846" rtl="0">
                <a:defRPr/>
              </a:pPr>
              <a:endParaRPr lang="en-CA" sz="1801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pic>
          <p:nvPicPr>
            <p:cNvPr id="4" name="Picture 3" descr="A green question mark on a black background&#10;&#10;AI-generated content may be incorrect.">
              <a:extLst>
                <a:ext uri="{FF2B5EF4-FFF2-40B4-BE49-F238E27FC236}">
                  <a16:creationId xmlns:a16="http://schemas.microsoft.com/office/drawing/2014/main" id="{051279B8-CB2A-4DF9-8A8F-277E071D4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6443" y="2455940"/>
              <a:ext cx="2005021" cy="2005021"/>
            </a:xfrm>
            <a:prstGeom prst="rect">
              <a:avLst/>
            </a:prstGeom>
            <a:ln w="38100"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D9C8B5-594C-418D-0E70-D589CEF28992}"/>
              </a:ext>
            </a:extLst>
          </p:cNvPr>
          <p:cNvSpPr txBox="1"/>
          <p:nvPr/>
        </p:nvSpPr>
        <p:spPr>
          <a:xfrm>
            <a:off x="10726947" y="5680269"/>
            <a:ext cx="77710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Your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Eco-Rating Certification is valid for 3 years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from the date of certification.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Properties must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update their certification every 3 years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to remain current.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Continued membership 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in the Eco-Rating program is required to maintain certification status.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9C99E-EFD3-20ED-BD1C-6925F85DDD44}"/>
              </a:ext>
            </a:extLst>
          </p:cNvPr>
          <p:cNvSpPr txBox="1"/>
          <p:nvPr/>
        </p:nvSpPr>
        <p:spPr>
          <a:xfrm>
            <a:off x="2521391" y="3367044"/>
            <a:ext cx="6969253" cy="378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507846" rtl="0">
              <a:defRPr/>
            </a:pPr>
            <a:r>
              <a:rPr lang="en-US" sz="5999" b="1" kern="1200" dirty="0">
                <a:solidFill>
                  <a:srgbClr val="128842"/>
                </a:solidFill>
                <a:latin typeface="Montserrat" pitchFamily="2" charset="0"/>
                <a:ea typeface="+mn-ea"/>
                <a:cs typeface="+mn-cs"/>
              </a:rPr>
              <a:t> How often must I complete a self-assessment and audit?</a:t>
            </a:r>
            <a:endParaRPr lang="en-CA" sz="5999" b="1" kern="1200" dirty="0">
              <a:solidFill>
                <a:srgbClr val="128842"/>
              </a:solidFill>
              <a:latin typeface="Montserra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38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7256E1-7A8E-CA11-1D4D-073F3314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3AD0C3E-C44F-A3F7-F47A-DCE805D3F113}"/>
              </a:ext>
            </a:extLst>
          </p:cNvPr>
          <p:cNvSpPr/>
          <p:nvPr/>
        </p:nvSpPr>
        <p:spPr>
          <a:xfrm>
            <a:off x="10052051" y="4655585"/>
            <a:ext cx="9120865" cy="6055898"/>
          </a:xfrm>
          <a:prstGeom prst="roundRect">
            <a:avLst/>
          </a:prstGeom>
          <a:noFill/>
          <a:ln w="38100">
            <a:solidFill>
              <a:srgbClr val="8EC23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defRPr/>
            </a:pPr>
            <a:endParaRPr lang="en-CA" sz="1801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F5B6E793-41A8-0017-D291-4BBF585CE0F0}"/>
              </a:ext>
            </a:extLst>
          </p:cNvPr>
          <p:cNvSpPr/>
          <p:nvPr/>
        </p:nvSpPr>
        <p:spPr>
          <a:xfrm>
            <a:off x="1445587" y="2316015"/>
            <a:ext cx="9120865" cy="5648469"/>
          </a:xfrm>
          <a:prstGeom prst="wedgeRoundRectCallout">
            <a:avLst/>
          </a:prstGeom>
          <a:solidFill>
            <a:schemeClr val="bg1"/>
          </a:solidFill>
          <a:ln w="38100">
            <a:solidFill>
              <a:srgbClr val="8EC2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defRPr/>
            </a:pPr>
            <a:endParaRPr lang="en-CA" sz="1801" kern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AF466E-F643-3DC9-9611-52C29DE91AD1}"/>
              </a:ext>
            </a:extLst>
          </p:cNvPr>
          <p:cNvSpPr/>
          <p:nvPr/>
        </p:nvSpPr>
        <p:spPr>
          <a:xfrm>
            <a:off x="1445586" y="597867"/>
            <a:ext cx="17212929" cy="12089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21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434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2651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6868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086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303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399520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3737" algn="l" defTabSz="1828434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50654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256" b="1" dirty="0">
                <a:ln w="0"/>
                <a:gradFill flip="none" rotWithShape="1">
                  <a:gsLst>
                    <a:gs pos="0">
                      <a:srgbClr val="009548"/>
                    </a:gs>
                    <a:gs pos="52000">
                      <a:srgbClr val="8CC642"/>
                    </a:gs>
                    <a:gs pos="100000">
                      <a:srgbClr val="C0CF3A"/>
                    </a:gs>
                  </a:gsLst>
                  <a:lin ang="0" scaled="1"/>
                  <a:tileRect/>
                </a:gradFill>
                <a:latin typeface="Montserrat" panose="02000505000000020004" pitchFamily="2" charset="0"/>
              </a:rPr>
              <a:t>ECO RATING FAQs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E53E07-D83E-8029-BAB6-000104A22ECB}"/>
              </a:ext>
            </a:extLst>
          </p:cNvPr>
          <p:cNvGrpSpPr/>
          <p:nvPr/>
        </p:nvGrpSpPr>
        <p:grpSpPr>
          <a:xfrm>
            <a:off x="720502" y="1420536"/>
            <a:ext cx="2519823" cy="2519823"/>
            <a:chOff x="1108954" y="2198451"/>
            <a:chExt cx="2520000" cy="2520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9882C6B-34FC-D622-51E1-C4B2E1FBD40D}"/>
                </a:ext>
              </a:extLst>
            </p:cNvPr>
            <p:cNvSpPr/>
            <p:nvPr/>
          </p:nvSpPr>
          <p:spPr>
            <a:xfrm>
              <a:off x="1108954" y="2198451"/>
              <a:ext cx="2520000" cy="252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8EC2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07846" rtl="0">
                <a:defRPr/>
              </a:pPr>
              <a:endParaRPr lang="en-CA" sz="1801" kern="120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pic>
          <p:nvPicPr>
            <p:cNvPr id="4" name="Picture 3" descr="A green question mark on a black background&#10;&#10;AI-generated content may be incorrect.">
              <a:extLst>
                <a:ext uri="{FF2B5EF4-FFF2-40B4-BE49-F238E27FC236}">
                  <a16:creationId xmlns:a16="http://schemas.microsoft.com/office/drawing/2014/main" id="{A83CE1C4-3D13-50F5-CE58-C49BCE556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6443" y="2455940"/>
              <a:ext cx="2005021" cy="2005021"/>
            </a:xfrm>
            <a:prstGeom prst="rect">
              <a:avLst/>
            </a:prstGeom>
            <a:ln w="38100">
              <a:noFill/>
            </a:ln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912E84A-170D-188E-91B4-98EF19B50100}"/>
              </a:ext>
            </a:extLst>
          </p:cNvPr>
          <p:cNvSpPr txBox="1"/>
          <p:nvPr/>
        </p:nvSpPr>
        <p:spPr>
          <a:xfrm>
            <a:off x="10726947" y="4818558"/>
            <a:ext cx="777106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Depending on your responses, you may need to upload several documents to support your answers.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We’ve included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embedded tools, templates, and guidance 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throughout the self-assessment to make this easier.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Many of our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MSA brand partners 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also provide brand-specific resources, making the documentation process more straightforward for branded properties.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Templates &amp; guidance</a:t>
            </a: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Montserrat" pitchFamily="2" charset="0"/>
              </a:rPr>
              <a:t> can be found by clicking the “Help!” icon.</a:t>
            </a:r>
            <a:endParaRPr lang="en-US" sz="2800" b="1" dirty="0">
              <a:solidFill>
                <a:prstClr val="black">
                  <a:lumMod val="85000"/>
                  <a:lumOff val="15000"/>
                </a:prstClr>
              </a:solidFill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29BA2-976D-050F-2D59-A7975DAF8A8C}"/>
              </a:ext>
            </a:extLst>
          </p:cNvPr>
          <p:cNvSpPr txBox="1"/>
          <p:nvPr/>
        </p:nvSpPr>
        <p:spPr>
          <a:xfrm>
            <a:off x="2521391" y="3367044"/>
            <a:ext cx="6969253" cy="3785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507846" rtl="0">
              <a:defRPr/>
            </a:pPr>
            <a:r>
              <a:rPr lang="en-US" sz="5999" b="1" kern="1200" dirty="0">
                <a:solidFill>
                  <a:srgbClr val="128842"/>
                </a:solidFill>
                <a:latin typeface="Montserrat" pitchFamily="2" charset="0"/>
                <a:ea typeface="+mn-ea"/>
                <a:cs typeface="+mn-cs"/>
              </a:rPr>
              <a:t>Will I need to upload a lot of policies and documents?</a:t>
            </a:r>
            <a:endParaRPr lang="en-CA" sz="5999" b="1" kern="1200" dirty="0">
              <a:solidFill>
                <a:srgbClr val="128842"/>
              </a:solidFill>
              <a:latin typeface="Montserrat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80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3086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17569" y="5172434"/>
            <a:ext cx="11417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110">
                <a:solidFill>
                  <a:srgbClr val="504B44"/>
                </a:solidFill>
                <a:latin typeface="Montserrat SemiBold"/>
                <a:cs typeface="Montserrat SemiBold"/>
              </a:rPr>
              <a:t>E-</a:t>
            </a:r>
            <a:r>
              <a:rPr sz="2200" b="1">
                <a:solidFill>
                  <a:srgbClr val="504B44"/>
                </a:solidFill>
                <a:latin typeface="Montserrat SemiBold"/>
                <a:cs typeface="Montserrat SemiBold"/>
              </a:rPr>
              <a:t>ma</a:t>
            </a:r>
            <a:r>
              <a:rPr sz="2200" b="1" spc="-25">
                <a:solidFill>
                  <a:srgbClr val="504B44"/>
                </a:solidFill>
                <a:latin typeface="Montserrat SemiBold"/>
                <a:cs typeface="Montserrat SemiBold"/>
              </a:rPr>
              <a:t>il</a:t>
            </a:r>
            <a:endParaRPr sz="2200">
              <a:latin typeface="Montserrat SemiBold"/>
              <a:cs typeface="Montserrat Semi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32276" y="5924720"/>
            <a:ext cx="1551940" cy="1566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>
                <a:solidFill>
                  <a:srgbClr val="504B44"/>
                </a:solidFill>
                <a:latin typeface="Montserrat SemiBold"/>
                <a:cs typeface="Montserrat SemiBold"/>
              </a:rPr>
              <a:t>Web</a:t>
            </a:r>
            <a:r>
              <a:rPr sz="2200" b="1" spc="-20">
                <a:solidFill>
                  <a:srgbClr val="504B44"/>
                </a:solidFill>
                <a:latin typeface="Montserrat SemiBold"/>
                <a:cs typeface="Montserrat SemiBold"/>
              </a:rPr>
              <a:t>s</a:t>
            </a:r>
            <a:r>
              <a:rPr sz="2200" b="1">
                <a:solidFill>
                  <a:srgbClr val="504B44"/>
                </a:solidFill>
                <a:latin typeface="Montserrat SemiBold"/>
                <a:cs typeface="Montserrat SemiBold"/>
              </a:rPr>
              <a:t>it</a:t>
            </a:r>
            <a:r>
              <a:rPr sz="2200" b="1" spc="-50">
                <a:solidFill>
                  <a:srgbClr val="504B44"/>
                </a:solidFill>
                <a:latin typeface="Montserrat SemiBold"/>
                <a:cs typeface="Montserrat SemiBold"/>
              </a:rPr>
              <a:t>e</a:t>
            </a:r>
            <a:endParaRPr sz="2200">
              <a:latin typeface="Montserrat SemiBold"/>
              <a:cs typeface="Montserrat SemiBold"/>
            </a:endParaRPr>
          </a:p>
          <a:p>
            <a:pPr marL="12700" marR="118745">
              <a:lnSpc>
                <a:spcPct val="194400"/>
              </a:lnSpc>
            </a:pPr>
            <a:r>
              <a:rPr sz="2200" b="1" spc="190">
                <a:solidFill>
                  <a:srgbClr val="504B44"/>
                </a:solidFill>
                <a:latin typeface="Montserrat SemiBold"/>
                <a:cs typeface="Montserrat SemiBold"/>
              </a:rPr>
              <a:t>Ph</a:t>
            </a:r>
            <a:r>
              <a:rPr sz="2200" b="1" spc="-20">
                <a:solidFill>
                  <a:srgbClr val="504B44"/>
                </a:solidFill>
                <a:latin typeface="Montserrat SemiBold"/>
                <a:cs typeface="Montserrat SemiBold"/>
              </a:rPr>
              <a:t>o</a:t>
            </a:r>
            <a:r>
              <a:rPr sz="2200" b="1" spc="165">
                <a:solidFill>
                  <a:srgbClr val="504B44"/>
                </a:solidFill>
                <a:latin typeface="Montserrat SemiBold"/>
                <a:cs typeface="Montserrat SemiBold"/>
              </a:rPr>
              <a:t>ne </a:t>
            </a:r>
            <a:r>
              <a:rPr sz="2200" b="1" spc="155">
                <a:solidFill>
                  <a:srgbClr val="504B44"/>
                </a:solidFill>
                <a:latin typeface="Montserrat SemiBold"/>
                <a:cs typeface="Montserrat SemiBold"/>
              </a:rPr>
              <a:t>Ad</a:t>
            </a:r>
            <a:r>
              <a:rPr lang="en-CA" sz="2200" b="1" spc="155">
                <a:solidFill>
                  <a:srgbClr val="504B44"/>
                </a:solidFill>
                <a:latin typeface="Montserrat SemiBold"/>
                <a:cs typeface="Montserrat SemiBold"/>
              </a:rPr>
              <a:t>dress</a:t>
            </a:r>
            <a:endParaRPr sz="2200">
              <a:latin typeface="Montserrat SemiBold"/>
              <a:cs typeface="Montserrat Semi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02009" y="5937472"/>
            <a:ext cx="3861435" cy="20076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504B44"/>
                </a:solidFill>
                <a:latin typeface="Montserrat"/>
                <a:cs typeface="Montserrat"/>
                <a:hlinkClick r:id="rId3"/>
              </a:rPr>
              <a:t>www.greenkeyglobal.com</a:t>
            </a:r>
            <a:endParaRPr sz="2200" dirty="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2485"/>
              </a:spcBef>
            </a:pPr>
            <a:r>
              <a:rPr lang="en-CA" sz="2200">
                <a:solidFill>
                  <a:srgbClr val="504B44"/>
                </a:solidFill>
                <a:latin typeface="Montserrat"/>
                <a:cs typeface="Montserrat"/>
              </a:rPr>
              <a:t>1 </a:t>
            </a:r>
            <a:r>
              <a:rPr lang="en-CA" sz="2200" dirty="0">
                <a:solidFill>
                  <a:srgbClr val="504B44"/>
                </a:solidFill>
                <a:latin typeface="Montserrat"/>
                <a:cs typeface="Montserrat"/>
              </a:rPr>
              <a:t>(226) 895-2630</a:t>
            </a:r>
          </a:p>
          <a:p>
            <a:pPr marL="12700">
              <a:lnSpc>
                <a:spcPct val="100000"/>
              </a:lnSpc>
              <a:spcBef>
                <a:spcPts val="2485"/>
              </a:spcBef>
            </a:pP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130</a:t>
            </a:r>
            <a:r>
              <a:rPr sz="2200" spc="-70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Albert</a:t>
            </a:r>
            <a:r>
              <a:rPr sz="2200" spc="-55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Street,</a:t>
            </a:r>
            <a:r>
              <a:rPr sz="2200" spc="-50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Suite</a:t>
            </a:r>
            <a:r>
              <a:rPr sz="2200" spc="-55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spc="-20" dirty="0">
                <a:solidFill>
                  <a:srgbClr val="504B44"/>
                </a:solidFill>
                <a:latin typeface="Montserrat"/>
                <a:cs typeface="Montserrat"/>
              </a:rPr>
              <a:t>1206 </a:t>
            </a: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Ottawa,</a:t>
            </a:r>
            <a:r>
              <a:rPr sz="2200" spc="-30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ON</a:t>
            </a:r>
            <a:r>
              <a:rPr sz="2200" spc="-50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|</a:t>
            </a:r>
            <a:r>
              <a:rPr sz="2200" spc="-45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dirty="0">
                <a:solidFill>
                  <a:srgbClr val="504B44"/>
                </a:solidFill>
                <a:latin typeface="Montserrat"/>
                <a:cs typeface="Montserrat"/>
              </a:rPr>
              <a:t>K1P</a:t>
            </a:r>
            <a:r>
              <a:rPr sz="2200" spc="-50" dirty="0">
                <a:solidFill>
                  <a:srgbClr val="504B44"/>
                </a:solidFill>
                <a:latin typeface="Montserrat"/>
                <a:cs typeface="Montserrat"/>
              </a:rPr>
              <a:t> </a:t>
            </a:r>
            <a:r>
              <a:rPr sz="2200" spc="-25" dirty="0">
                <a:solidFill>
                  <a:srgbClr val="504B44"/>
                </a:solidFill>
                <a:latin typeface="Montserrat"/>
                <a:cs typeface="Montserrat"/>
              </a:rPr>
              <a:t>5G4</a:t>
            </a:r>
            <a:endParaRPr sz="2200" dirty="0">
              <a:latin typeface="Montserrat"/>
              <a:cs typeface="Montserra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588434" y="3842178"/>
            <a:ext cx="4730115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  <a:tabLst>
                <a:tab pos="3819525" algn="l"/>
              </a:tabLst>
            </a:pPr>
            <a:r>
              <a:rPr lang="en-CA" sz="4400" b="1" spc="-40" dirty="0">
                <a:solidFill>
                  <a:srgbClr val="0B9444"/>
                </a:solidFill>
                <a:latin typeface="Montserrat"/>
                <a:cs typeface="Montserrat"/>
              </a:rPr>
              <a:t>Get in touch!</a:t>
            </a:r>
            <a:endParaRPr sz="4400" b="1" dirty="0">
              <a:solidFill>
                <a:srgbClr val="0B9444"/>
              </a:solidFill>
              <a:latin typeface="Montserrat"/>
              <a:cs typeface="Montserra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87370" y="5119022"/>
            <a:ext cx="6158865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CA" sz="2200" spc="-10">
                <a:solidFill>
                  <a:srgbClr val="504B44"/>
                </a:solidFill>
                <a:latin typeface="Montserrat"/>
                <a:cs typeface="Montserrat"/>
                <a:hlinkClick r:id="rId4"/>
              </a:rPr>
              <a:t>info@greenkeyglobal.com</a:t>
            </a:r>
            <a:endParaRPr sz="2200">
              <a:latin typeface="Montserrat"/>
              <a:cs typeface="Montserra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-960969" y="1971856"/>
            <a:ext cx="9533112" cy="7365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04B4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becca xmlns="0e691a7d-146f-4991-ad7c-55f7fc8e402c" xsi:nil="true"/>
    <TaxCatchAll xmlns="ec0065e5-e592-4fe9-8bea-acb67de83110" xsi:nil="true"/>
    <lcf76f155ced4ddcb4097134ff3c332f xmlns="0e691a7d-146f-4991-ad7c-55f7fc8e402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CA341E620E045A0DBC30B71A6BC38" ma:contentTypeVersion="19" ma:contentTypeDescription="Create a new document." ma:contentTypeScope="" ma:versionID="2bb0eb199d104f769db24dbd350db5d3">
  <xsd:schema xmlns:xsd="http://www.w3.org/2001/XMLSchema" xmlns:xs="http://www.w3.org/2001/XMLSchema" xmlns:p="http://schemas.microsoft.com/office/2006/metadata/properties" xmlns:ns2="0e691a7d-146f-4991-ad7c-55f7fc8e402c" xmlns:ns3="ec0065e5-e592-4fe9-8bea-acb67de83110" targetNamespace="http://schemas.microsoft.com/office/2006/metadata/properties" ma:root="true" ma:fieldsID="504b0048477aba49da877d4bbb6cb334" ns2:_="" ns3:_="">
    <xsd:import namespace="0e691a7d-146f-4991-ad7c-55f7fc8e402c"/>
    <xsd:import namespace="ec0065e5-e592-4fe9-8bea-acb67de831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rebecc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691a7d-146f-4991-ad7c-55f7fc8e40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rebecca" ma:index="20" nillable="true" ma:displayName="rebecca" ma:format="Dropdown" ma:internalName="rebecca">
      <xsd:simpleType>
        <xsd:restriction base="dms:Text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ed3758e-c2a7-4537-9ec8-914bfa8731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065e5-e592-4fe9-8bea-acb67de8311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c9bbcd90-16b4-4d55-bc3f-d410536dd25d}" ma:internalName="TaxCatchAll" ma:showField="CatchAllData" ma:web="ec0065e5-e592-4fe9-8bea-acb67de831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BF9384-CAEB-4D62-A481-5A827BB2BFD2}">
  <ds:schemaRefs>
    <ds:schemaRef ds:uri="http://schemas.microsoft.com/office/2006/metadata/properties"/>
    <ds:schemaRef ds:uri="http://purl.org/dc/terms/"/>
    <ds:schemaRef ds:uri="0e691a7d-146f-4991-ad7c-55f7fc8e402c"/>
    <ds:schemaRef ds:uri="http://www.w3.org/XML/1998/namespace"/>
    <ds:schemaRef ds:uri="ec0065e5-e592-4fe9-8bea-acb67de83110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BAE6F26-8CE2-4241-8DE0-FBF5DB62F8EB}">
  <ds:schemaRefs>
    <ds:schemaRef ds:uri="0e691a7d-146f-4991-ad7c-55f7fc8e402c"/>
    <ds:schemaRef ds:uri="ec0065e5-e592-4fe9-8bea-acb67de8311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2816D69-EA1F-4AC3-B2E2-B715832EF3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16470</TotalTime>
  <Words>984</Words>
  <Application>Microsoft Office PowerPoint</Application>
  <PresentationFormat>Custom</PresentationFormat>
  <Paragraphs>159</Paragraphs>
  <Slides>25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Aptos</vt:lpstr>
      <vt:lpstr>Arial</vt:lpstr>
      <vt:lpstr>Calibri</vt:lpstr>
      <vt:lpstr>Montserrat</vt:lpstr>
      <vt:lpstr>Montserrat ExtraLight</vt:lpstr>
      <vt:lpstr>Montserrat Light</vt:lpstr>
      <vt:lpstr>Montserrat Medium</vt:lpstr>
      <vt:lpstr>Montserrat SemiBold</vt:lpstr>
      <vt:lpstr>Montserrat Thin</vt:lpstr>
      <vt:lpstr>Montserrat-Light</vt:lpstr>
      <vt:lpstr>Office Theme</vt:lpstr>
      <vt:lpstr>PowerPoint Presentation</vt:lpstr>
      <vt:lpstr>OVER 30 YEARS OF SUSTAINABILITY LEADERSHIP </vt:lpstr>
      <vt:lpstr>PowerPoint Presentation</vt:lpstr>
      <vt:lpstr>PowerPoint Presentation</vt:lpstr>
      <vt:lpstr>Benefits</vt:lpstr>
      <vt:lpstr>PowerPoint Presentation</vt:lpstr>
      <vt:lpstr>How It Works</vt:lpstr>
      <vt:lpstr>PowerPoint Presentation</vt:lpstr>
      <vt:lpstr>GR EEN K EY GL O B AL </vt:lpstr>
      <vt:lpstr>5 Green Keys 80%-100%</vt:lpstr>
      <vt:lpstr>PowerPoint Presentation</vt:lpstr>
      <vt:lpstr>PowerPoint Presentation</vt:lpstr>
      <vt:lpstr>Process Walkthrough</vt:lpstr>
      <vt:lpstr>www.greenkeyglobal.com/members   </vt:lpstr>
      <vt:lpstr>STEP 2</vt:lpstr>
      <vt:lpstr>STEP 3</vt:lpstr>
      <vt:lpstr>STEP 4</vt:lpstr>
      <vt:lpstr>STEP 5</vt:lpstr>
      <vt:lpstr>STEP 5b</vt:lpstr>
      <vt:lpstr>PowerPoint Presentation</vt:lpstr>
      <vt:lpstr> Question Time</vt:lpstr>
      <vt:lpstr>PowerPoint Presentation</vt:lpstr>
      <vt:lpstr>PowerPoint Presentation</vt:lpstr>
      <vt:lpstr>PowerPoint Presentation</vt:lpstr>
      <vt:lpstr>Get in touch!</vt:lpstr>
    </vt:vector>
  </TitlesOfParts>
  <Company>Green Key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Key Global</dc:title>
  <dc:creator>Elizabeth Smith</dc:creator>
  <cp:lastModifiedBy>Tyler Stacey-Holmes</cp:lastModifiedBy>
  <cp:revision>124</cp:revision>
  <dcterms:created xsi:type="dcterms:W3CDTF">2023-09-12T03:15:10Z</dcterms:created>
  <dcterms:modified xsi:type="dcterms:W3CDTF">2026-07-15T19:21:20Z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0x01010024ACA341E620E045A0DBC30B71A6BC38</vt:lpwstr>
  </property>
  <property fmtid="{D5CDD505-2E9C-101B-9397-08002B2CF9AE}" pid="3" name="Created">
    <vt:filetime>2023-07-21T00:00:00Z</vt:filetime>
  </property>
  <property fmtid="{D5CDD505-2E9C-101B-9397-08002B2CF9AE}" pid="4" name="Creator">
    <vt:lpwstr>Acrobat PDFMaker 23 for PowerPoint</vt:lpwstr>
  </property>
  <property fmtid="{D5CDD505-2E9C-101B-9397-08002B2CF9AE}" pid="5" name="LastSaved">
    <vt:filetime>2023-09-12T00:00:00Z</vt:filetime>
  </property>
  <property fmtid="{D5CDD505-2E9C-101B-9397-08002B2CF9AE}" pid="6" name="Producer">
    <vt:lpwstr>Adobe PDF Library 23.3.20</vt:lpwstr>
  </property>
  <property fmtid="{D5CDD505-2E9C-101B-9397-08002B2CF9AE}" pid="7" name="MediaServiceImageTags">
    <vt:lpwstr/>
  </property>
  <property fmtid="{D5CDD505-2E9C-101B-9397-08002B2CF9AE}" pid="8" name="MSIP_Label_d9fefd82-ee01-47f8-8d9b-0da6a4628ced_Enabled">
    <vt:lpwstr>true</vt:lpwstr>
  </property>
  <property fmtid="{D5CDD505-2E9C-101B-9397-08002B2CF9AE}" pid="9" name="MSIP_Label_d9fefd82-ee01-47f8-8d9b-0da6a4628ced_SetDate">
    <vt:lpwstr>2025-11-11T17:41:58Z</vt:lpwstr>
  </property>
  <property fmtid="{D5CDD505-2E9C-101B-9397-08002B2CF9AE}" pid="10" name="MSIP_Label_d9fefd82-ee01-47f8-8d9b-0da6a4628ced_Method">
    <vt:lpwstr>Standard</vt:lpwstr>
  </property>
  <property fmtid="{D5CDD505-2E9C-101B-9397-08002B2CF9AE}" pid="11" name="MSIP_Label_d9fefd82-ee01-47f8-8d9b-0da6a4628ced_Name">
    <vt:lpwstr>PUBLIC</vt:lpwstr>
  </property>
  <property fmtid="{D5CDD505-2E9C-101B-9397-08002B2CF9AE}" pid="12" name="MSIP_Label_d9fefd82-ee01-47f8-8d9b-0da6a4628ced_SiteId">
    <vt:lpwstr>565ce2c7-2180-4d8b-a812-f393c59cea7f</vt:lpwstr>
  </property>
  <property fmtid="{D5CDD505-2E9C-101B-9397-08002B2CF9AE}" pid="13" name="MSIP_Label_d9fefd82-ee01-47f8-8d9b-0da6a4628ced_ActionId">
    <vt:lpwstr>e3a7c415-d5f8-4d86-912e-41004ccbd2e9</vt:lpwstr>
  </property>
  <property fmtid="{D5CDD505-2E9C-101B-9397-08002B2CF9AE}" pid="14" name="MSIP_Label_d9fefd82-ee01-47f8-8d9b-0da6a4628ced_ContentBits">
    <vt:lpwstr>0</vt:lpwstr>
  </property>
  <property fmtid="{D5CDD505-2E9C-101B-9397-08002B2CF9AE}" pid="15" name="MSIP_Label_d9fefd82-ee01-47f8-8d9b-0da6a4628ced_Tag">
    <vt:lpwstr>10, 3, 0, 1</vt:lpwstr>
  </property>
</Properties>
</file>